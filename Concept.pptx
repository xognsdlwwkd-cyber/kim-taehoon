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2" r:id="rId5"/>
    <p:sldId id="264" r:id="rId6"/>
    <p:sldId id="261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D4D368-4C38-4655-BCDC-411D12D9DF05}" v="67" dt="2026-09-12T16:10:16.9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泰訓 金" userId="081c670b5a78d8c3" providerId="LiveId" clId="{69AB2309-5913-46CA-B0D3-8D658F074EE2}"/>
    <pc:docChg chg="undo custSel addSld delSld modSld sldOrd modMainMaster">
      <pc:chgData name="泰訓 金" userId="081c670b5a78d8c3" providerId="LiveId" clId="{69AB2309-5913-46CA-B0D3-8D658F074EE2}" dt="2026-09-12T16:14:17.034" v="1840" actId="20577"/>
      <pc:docMkLst>
        <pc:docMk/>
      </pc:docMkLst>
      <pc:sldChg chg="modSp new mod">
        <pc:chgData name="泰訓 金" userId="081c670b5a78d8c3" providerId="LiveId" clId="{69AB2309-5913-46CA-B0D3-8D658F074EE2}" dt="2026-09-12T12:21:45.336" v="60" actId="20577"/>
        <pc:sldMkLst>
          <pc:docMk/>
          <pc:sldMk cId="877408708" sldId="256"/>
        </pc:sldMkLst>
        <pc:spChg chg="mod">
          <ac:chgData name="泰訓 金" userId="081c670b5a78d8c3" providerId="LiveId" clId="{69AB2309-5913-46CA-B0D3-8D658F074EE2}" dt="2026-09-12T12:21:45.336" v="60" actId="20577"/>
          <ac:spMkLst>
            <pc:docMk/>
            <pc:sldMk cId="877408708" sldId="256"/>
            <ac:spMk id="2" creationId="{AC1DC1A2-15F2-BA01-F1DF-1485AD91E72E}"/>
          </ac:spMkLst>
        </pc:spChg>
      </pc:sldChg>
      <pc:sldChg chg="addSp delSp modSp new del mod">
        <pc:chgData name="泰訓 金" userId="081c670b5a78d8c3" providerId="LiveId" clId="{69AB2309-5913-46CA-B0D3-8D658F074EE2}" dt="2026-09-12T14:40:24.434" v="409" actId="47"/>
        <pc:sldMkLst>
          <pc:docMk/>
          <pc:sldMk cId="3815789467" sldId="257"/>
        </pc:sldMkLst>
        <pc:spChg chg="mod">
          <ac:chgData name="泰訓 金" userId="081c670b5a78d8c3" providerId="LiveId" clId="{69AB2309-5913-46CA-B0D3-8D658F074EE2}" dt="2026-09-12T12:22:34.868" v="127" actId="20577"/>
          <ac:spMkLst>
            <pc:docMk/>
            <pc:sldMk cId="3815789467" sldId="257"/>
            <ac:spMk id="2" creationId="{BAC90358-91D3-F8F7-C24E-E6D2A472CAD9}"/>
          </ac:spMkLst>
        </pc:spChg>
        <pc:spChg chg="mod">
          <ac:chgData name="泰訓 金" userId="081c670b5a78d8c3" providerId="LiveId" clId="{69AB2309-5913-46CA-B0D3-8D658F074EE2}" dt="2026-09-12T12:23:10" v="163" actId="20577"/>
          <ac:spMkLst>
            <pc:docMk/>
            <pc:sldMk cId="3815789467" sldId="257"/>
            <ac:spMk id="3" creationId="{83CB405C-4A67-1659-16DB-FE705357F35E}"/>
          </ac:spMkLst>
        </pc:spChg>
        <pc:spChg chg="del">
          <ac:chgData name="泰訓 金" userId="081c670b5a78d8c3" providerId="LiveId" clId="{69AB2309-5913-46CA-B0D3-8D658F074EE2}" dt="2026-09-12T12:23:53.619" v="164" actId="931"/>
          <ac:spMkLst>
            <pc:docMk/>
            <pc:sldMk cId="3815789467" sldId="257"/>
            <ac:spMk id="4" creationId="{99BD2A54-20EB-F88C-263D-A830869B5AD2}"/>
          </ac:spMkLst>
        </pc:spChg>
        <pc:spChg chg="del">
          <ac:chgData name="泰訓 金" userId="081c670b5a78d8c3" providerId="LiveId" clId="{69AB2309-5913-46CA-B0D3-8D658F074EE2}" dt="2026-09-12T12:24:06.895" v="165"/>
          <ac:spMkLst>
            <pc:docMk/>
            <pc:sldMk cId="3815789467" sldId="257"/>
            <ac:spMk id="6" creationId="{2A05FAFD-5338-F236-3A91-0EBF17243F65}"/>
          </ac:spMkLst>
        </pc:spChg>
        <pc:picChg chg="add mod">
          <ac:chgData name="泰訓 金" userId="081c670b5a78d8c3" providerId="LiveId" clId="{69AB2309-5913-46CA-B0D3-8D658F074EE2}" dt="2026-09-12T12:23:53.619" v="164" actId="931"/>
          <ac:picMkLst>
            <pc:docMk/>
            <pc:sldMk cId="3815789467" sldId="257"/>
            <ac:picMk id="8" creationId="{32478572-B7CE-82BD-6EDE-16CA1A9D2DDD}"/>
          </ac:picMkLst>
        </pc:picChg>
        <pc:picChg chg="add mod">
          <ac:chgData name="泰訓 金" userId="081c670b5a78d8c3" providerId="LiveId" clId="{69AB2309-5913-46CA-B0D3-8D658F074EE2}" dt="2026-09-12T12:24:06.895" v="165"/>
          <ac:picMkLst>
            <pc:docMk/>
            <pc:sldMk cId="3815789467" sldId="257"/>
            <ac:picMk id="9" creationId="{01F3A9C3-C43B-3379-0CA6-824AF24437A9}"/>
          </ac:picMkLst>
        </pc:picChg>
      </pc:sldChg>
      <pc:sldChg chg="addSp delSp modSp add mod">
        <pc:chgData name="泰訓 金" userId="081c670b5a78d8c3" providerId="LiveId" clId="{69AB2309-5913-46CA-B0D3-8D658F074EE2}" dt="2026-09-12T15:03:14.975" v="578" actId="1076"/>
        <pc:sldMkLst>
          <pc:docMk/>
          <pc:sldMk cId="924601974" sldId="258"/>
        </pc:sldMkLst>
        <pc:spChg chg="mod">
          <ac:chgData name="泰訓 金" userId="081c670b5a78d8c3" providerId="LiveId" clId="{69AB2309-5913-46CA-B0D3-8D658F074EE2}" dt="2026-09-12T14:36:53.492" v="377" actId="1076"/>
          <ac:spMkLst>
            <pc:docMk/>
            <pc:sldMk cId="924601974" sldId="258"/>
            <ac:spMk id="2" creationId="{83A3E2D7-26E7-A0A6-CAB7-0BFF4FC3AD09}"/>
          </ac:spMkLst>
        </pc:spChg>
        <pc:spChg chg="mod">
          <ac:chgData name="泰訓 金" userId="081c670b5a78d8c3" providerId="LiveId" clId="{69AB2309-5913-46CA-B0D3-8D658F074EE2}" dt="2026-09-12T14:09:26.600" v="366" actId="1076"/>
          <ac:spMkLst>
            <pc:docMk/>
            <pc:sldMk cId="924601974" sldId="258"/>
            <ac:spMk id="3" creationId="{5FD73462-57A4-5294-72F3-479194E9030A}"/>
          </ac:spMkLst>
        </pc:spChg>
        <pc:spChg chg="mod">
          <ac:chgData name="泰訓 金" userId="081c670b5a78d8c3" providerId="LiveId" clId="{69AB2309-5913-46CA-B0D3-8D658F074EE2}" dt="2026-09-12T14:09:16.399" v="362" actId="20577"/>
          <ac:spMkLst>
            <pc:docMk/>
            <pc:sldMk cId="924601974" sldId="258"/>
            <ac:spMk id="5" creationId="{D3880220-1220-A406-1F3C-6CF664ED6B57}"/>
          </ac:spMkLst>
        </pc:spChg>
        <pc:spChg chg="add del">
          <ac:chgData name="泰訓 金" userId="081c670b5a78d8c3" providerId="LiveId" clId="{69AB2309-5913-46CA-B0D3-8D658F074EE2}" dt="2026-09-12T14:06:59.402" v="314" actId="22"/>
          <ac:spMkLst>
            <pc:docMk/>
            <pc:sldMk cId="924601974" sldId="258"/>
            <ac:spMk id="12" creationId="{3ABE6D44-A104-359B-16F6-2226585806D5}"/>
          </ac:spMkLst>
        </pc:spChg>
        <pc:spChg chg="add del">
          <ac:chgData name="泰訓 金" userId="081c670b5a78d8c3" providerId="LiveId" clId="{69AB2309-5913-46CA-B0D3-8D658F074EE2}" dt="2026-09-12T14:34:40.264" v="368" actId="478"/>
          <ac:spMkLst>
            <pc:docMk/>
            <pc:sldMk cId="924601974" sldId="258"/>
            <ac:spMk id="14" creationId="{C78B6131-521F-CDAB-E348-5D5A8EFBC8BE}"/>
          </ac:spMkLst>
        </pc:spChg>
        <pc:spChg chg="add mod">
          <ac:chgData name="泰訓 金" userId="081c670b5a78d8c3" providerId="LiveId" clId="{69AB2309-5913-46CA-B0D3-8D658F074EE2}" dt="2026-09-12T14:37:06.326" v="390" actId="1076"/>
          <ac:spMkLst>
            <pc:docMk/>
            <pc:sldMk cId="924601974" sldId="258"/>
            <ac:spMk id="16" creationId="{CE5AB27D-5F7A-5696-D45B-79304296DB2B}"/>
          </ac:spMkLst>
        </pc:spChg>
        <pc:spChg chg="add mod">
          <ac:chgData name="泰訓 金" userId="081c670b5a78d8c3" providerId="LiveId" clId="{69AB2309-5913-46CA-B0D3-8D658F074EE2}" dt="2026-09-12T14:37:10.572" v="397" actId="20577"/>
          <ac:spMkLst>
            <pc:docMk/>
            <pc:sldMk cId="924601974" sldId="258"/>
            <ac:spMk id="17" creationId="{47F43939-CE14-1902-9186-F60034AD5AE0}"/>
          </ac:spMkLst>
        </pc:spChg>
        <pc:spChg chg="add mod">
          <ac:chgData name="泰訓 金" userId="081c670b5a78d8c3" providerId="LiveId" clId="{69AB2309-5913-46CA-B0D3-8D658F074EE2}" dt="2026-09-12T14:58:31.963" v="539" actId="1076"/>
          <ac:spMkLst>
            <pc:docMk/>
            <pc:sldMk cId="924601974" sldId="258"/>
            <ac:spMk id="22" creationId="{133D7177-0EE0-648C-6343-B70F3A6A62D7}"/>
          </ac:spMkLst>
        </pc:spChg>
        <pc:picChg chg="mod">
          <ac:chgData name="泰訓 金" userId="081c670b5a78d8c3" providerId="LiveId" clId="{69AB2309-5913-46CA-B0D3-8D658F074EE2}" dt="2026-09-12T14:08:58.078" v="354" actId="1076"/>
          <ac:picMkLst>
            <pc:docMk/>
            <pc:sldMk cId="924601974" sldId="258"/>
            <ac:picMk id="8" creationId="{517DEB50-65D3-0B3D-8A3A-E50542D94E8E}"/>
          </ac:picMkLst>
        </pc:picChg>
        <pc:picChg chg="mod">
          <ac:chgData name="泰訓 金" userId="081c670b5a78d8c3" providerId="LiveId" clId="{69AB2309-5913-46CA-B0D3-8D658F074EE2}" dt="2026-09-12T14:09:07.161" v="357" actId="1076"/>
          <ac:picMkLst>
            <pc:docMk/>
            <pc:sldMk cId="924601974" sldId="258"/>
            <ac:picMk id="9" creationId="{48CC0B16-0E99-845A-7657-D920ADA9AE1B}"/>
          </ac:picMkLst>
        </pc:picChg>
        <pc:picChg chg="add mod ord">
          <ac:chgData name="泰訓 金" userId="081c670b5a78d8c3" providerId="LiveId" clId="{69AB2309-5913-46CA-B0D3-8D658F074EE2}" dt="2026-09-12T14:09:01.484" v="356" actId="1076"/>
          <ac:picMkLst>
            <pc:docMk/>
            <pc:sldMk cId="924601974" sldId="258"/>
            <ac:picMk id="13" creationId="{30787A68-C472-EBD5-6FED-68ECEC8D9A9F}"/>
          </ac:picMkLst>
        </pc:picChg>
        <pc:picChg chg="add mod">
          <ac:chgData name="泰訓 金" userId="081c670b5a78d8c3" providerId="LiveId" clId="{69AB2309-5913-46CA-B0D3-8D658F074EE2}" dt="2026-09-12T14:36:35.528" v="376" actId="1076"/>
          <ac:picMkLst>
            <pc:docMk/>
            <pc:sldMk cId="924601974" sldId="258"/>
            <ac:picMk id="15" creationId="{AE0E4791-7902-0225-9E49-BAE9EB6BF88C}"/>
          </ac:picMkLst>
        </pc:picChg>
        <pc:picChg chg="add del mod">
          <ac:chgData name="泰訓 金" userId="081c670b5a78d8c3" providerId="LiveId" clId="{69AB2309-5913-46CA-B0D3-8D658F074EE2}" dt="2026-09-12T14:38:33.791" v="402" actId="478"/>
          <ac:picMkLst>
            <pc:docMk/>
            <pc:sldMk cId="924601974" sldId="258"/>
            <ac:picMk id="19" creationId="{910E3FA6-E157-94FD-6487-992A735DE44A}"/>
          </ac:picMkLst>
        </pc:picChg>
        <pc:picChg chg="add mod">
          <ac:chgData name="泰訓 金" userId="081c670b5a78d8c3" providerId="LiveId" clId="{69AB2309-5913-46CA-B0D3-8D658F074EE2}" dt="2026-09-12T15:03:14.975" v="578" actId="1076"/>
          <ac:picMkLst>
            <pc:docMk/>
            <pc:sldMk cId="924601974" sldId="258"/>
            <ac:picMk id="21" creationId="{5D49899A-1CCD-5D43-503B-1D046C91D3C9}"/>
          </ac:picMkLst>
        </pc:picChg>
        <pc:cxnChg chg="add del">
          <ac:chgData name="泰訓 金" userId="081c670b5a78d8c3" providerId="LiveId" clId="{69AB2309-5913-46CA-B0D3-8D658F074EE2}" dt="2026-09-12T13:26:07.604" v="217" actId="478"/>
          <ac:cxnSpMkLst>
            <pc:docMk/>
            <pc:sldMk cId="924601974" sldId="258"/>
            <ac:cxnSpMk id="6" creationId="{D59D0229-256F-06D5-EEA2-DC4448AD3AC2}"/>
          </ac:cxnSpMkLst>
        </pc:cxnChg>
        <pc:cxnChg chg="add del">
          <ac:chgData name="泰訓 金" userId="081c670b5a78d8c3" providerId="LiveId" clId="{69AB2309-5913-46CA-B0D3-8D658F074EE2}" dt="2026-09-12T13:26:07.183" v="216" actId="478"/>
          <ac:cxnSpMkLst>
            <pc:docMk/>
            <pc:sldMk cId="924601974" sldId="258"/>
            <ac:cxnSpMk id="10" creationId="{F7AFDDDF-4BFC-41CC-33C2-668EEBBBCFAE}"/>
          </ac:cxnSpMkLst>
        </pc:cxnChg>
      </pc:sldChg>
      <pc:sldChg chg="add del">
        <pc:chgData name="泰訓 金" userId="081c670b5a78d8c3" providerId="LiveId" clId="{69AB2309-5913-46CA-B0D3-8D658F074EE2}" dt="2026-09-12T14:40:22.937" v="408" actId="47"/>
        <pc:sldMkLst>
          <pc:docMk/>
          <pc:sldMk cId="198609082" sldId="259"/>
        </pc:sldMkLst>
      </pc:sldChg>
      <pc:sldChg chg="add del">
        <pc:chgData name="泰訓 金" userId="081c670b5a78d8c3" providerId="LiveId" clId="{69AB2309-5913-46CA-B0D3-8D658F074EE2}" dt="2026-09-12T14:07:34.723" v="324"/>
        <pc:sldMkLst>
          <pc:docMk/>
          <pc:sldMk cId="1297437609" sldId="260"/>
        </pc:sldMkLst>
      </pc:sldChg>
      <pc:sldChg chg="addSp delSp modSp add mod">
        <pc:chgData name="泰訓 金" userId="081c670b5a78d8c3" providerId="LiveId" clId="{69AB2309-5913-46CA-B0D3-8D658F074EE2}" dt="2026-09-12T15:56:18.023" v="1619" actId="1076"/>
        <pc:sldMkLst>
          <pc:docMk/>
          <pc:sldMk cId="3287186513" sldId="260"/>
        </pc:sldMkLst>
        <pc:spChg chg="mod">
          <ac:chgData name="泰訓 金" userId="081c670b5a78d8c3" providerId="LiveId" clId="{69AB2309-5913-46CA-B0D3-8D658F074EE2}" dt="2026-09-12T14:56:56.873" v="449" actId="14100"/>
          <ac:spMkLst>
            <pc:docMk/>
            <pc:sldMk cId="3287186513" sldId="260"/>
            <ac:spMk id="2" creationId="{E1F5B910-C601-F77C-004A-8D34528A87DF}"/>
          </ac:spMkLst>
        </pc:spChg>
        <pc:spChg chg="mod">
          <ac:chgData name="泰訓 金" userId="081c670b5a78d8c3" providerId="LiveId" clId="{69AB2309-5913-46CA-B0D3-8D658F074EE2}" dt="2026-09-12T15:06:18.511" v="659" actId="1076"/>
          <ac:spMkLst>
            <pc:docMk/>
            <pc:sldMk cId="3287186513" sldId="260"/>
            <ac:spMk id="3" creationId="{F6FAE9AA-0211-7E0B-7779-5194723CC353}"/>
          </ac:spMkLst>
        </pc:spChg>
        <pc:spChg chg="add">
          <ac:chgData name="泰訓 金" userId="081c670b5a78d8c3" providerId="LiveId" clId="{69AB2309-5913-46CA-B0D3-8D658F074EE2}" dt="2026-09-12T14:58:33.304" v="540" actId="22"/>
          <ac:spMkLst>
            <pc:docMk/>
            <pc:sldMk cId="3287186513" sldId="260"/>
            <ac:spMk id="10" creationId="{C73D877E-F7FC-08D7-D333-A06CF85552CE}"/>
          </ac:spMkLst>
        </pc:spChg>
        <pc:spChg chg="add mod">
          <ac:chgData name="泰訓 金" userId="081c670b5a78d8c3" providerId="LiveId" clId="{69AB2309-5913-46CA-B0D3-8D658F074EE2}" dt="2026-09-12T15:07:03.732" v="688" actId="1076"/>
          <ac:spMkLst>
            <pc:docMk/>
            <pc:sldMk cId="3287186513" sldId="260"/>
            <ac:spMk id="12" creationId="{EEAB5571-2BD6-1E10-80A7-F2D23A25D696}"/>
          </ac:spMkLst>
        </pc:spChg>
        <pc:spChg chg="del">
          <ac:chgData name="泰訓 金" userId="081c670b5a78d8c3" providerId="LiveId" clId="{69AB2309-5913-46CA-B0D3-8D658F074EE2}" dt="2026-09-12T14:40:40.567" v="426" actId="478"/>
          <ac:spMkLst>
            <pc:docMk/>
            <pc:sldMk cId="3287186513" sldId="260"/>
            <ac:spMk id="16" creationId="{1A5D1604-E30E-29B1-7E62-44C2869EDC1F}"/>
          </ac:spMkLst>
        </pc:spChg>
        <pc:spChg chg="del">
          <ac:chgData name="泰訓 金" userId="081c670b5a78d8c3" providerId="LiveId" clId="{69AB2309-5913-46CA-B0D3-8D658F074EE2}" dt="2026-09-12T14:40:43.018" v="428" actId="478"/>
          <ac:spMkLst>
            <pc:docMk/>
            <pc:sldMk cId="3287186513" sldId="260"/>
            <ac:spMk id="17" creationId="{5E586433-947D-2844-7268-37317894C4ED}"/>
          </ac:spMkLst>
        </pc:spChg>
        <pc:spChg chg="add mod">
          <ac:chgData name="泰訓 金" userId="081c670b5a78d8c3" providerId="LiveId" clId="{69AB2309-5913-46CA-B0D3-8D658F074EE2}" dt="2026-09-12T15:07:03.732" v="688" actId="1076"/>
          <ac:spMkLst>
            <pc:docMk/>
            <pc:sldMk cId="3287186513" sldId="260"/>
            <ac:spMk id="19" creationId="{1C626060-278E-7BD5-873C-B7412EFBD6DB}"/>
          </ac:spMkLst>
        </pc:spChg>
        <pc:spChg chg="add mod">
          <ac:chgData name="泰訓 金" userId="081c670b5a78d8c3" providerId="LiveId" clId="{69AB2309-5913-46CA-B0D3-8D658F074EE2}" dt="2026-09-12T15:02:43.168" v="577" actId="571"/>
          <ac:spMkLst>
            <pc:docMk/>
            <pc:sldMk cId="3287186513" sldId="260"/>
            <ac:spMk id="23" creationId="{CEBC0911-5624-B332-16E2-2BD7009F945B}"/>
          </ac:spMkLst>
        </pc:spChg>
        <pc:spChg chg="add mod">
          <ac:chgData name="泰訓 金" userId="081c670b5a78d8c3" providerId="LiveId" clId="{69AB2309-5913-46CA-B0D3-8D658F074EE2}" dt="2026-09-12T15:56:18.023" v="1619" actId="1076"/>
          <ac:spMkLst>
            <pc:docMk/>
            <pc:sldMk cId="3287186513" sldId="260"/>
            <ac:spMk id="26" creationId="{AF4DFF72-3D6D-1681-D3FE-692C39BC36D5}"/>
          </ac:spMkLst>
        </pc:spChg>
        <pc:spChg chg="add mod">
          <ac:chgData name="泰訓 金" userId="081c670b5a78d8c3" providerId="LiveId" clId="{69AB2309-5913-46CA-B0D3-8D658F074EE2}" dt="2026-09-12T15:56:13.645" v="1618" actId="1076"/>
          <ac:spMkLst>
            <pc:docMk/>
            <pc:sldMk cId="3287186513" sldId="260"/>
            <ac:spMk id="28" creationId="{7E26AA22-81DA-5FEA-DDC2-24BB7E5C7071}"/>
          </ac:spMkLst>
        </pc:spChg>
        <pc:spChg chg="add del mod">
          <ac:chgData name="泰訓 金" userId="081c670b5a78d8c3" providerId="LiveId" clId="{69AB2309-5913-46CA-B0D3-8D658F074EE2}" dt="2026-09-12T15:04:42.763" v="648" actId="478"/>
          <ac:spMkLst>
            <pc:docMk/>
            <pc:sldMk cId="3287186513" sldId="260"/>
            <ac:spMk id="31" creationId="{793DABB9-4C63-06FF-A697-C8BD007DB381}"/>
          </ac:spMkLst>
        </pc:spChg>
        <pc:spChg chg="add mod">
          <ac:chgData name="泰訓 金" userId="081c670b5a78d8c3" providerId="LiveId" clId="{69AB2309-5913-46CA-B0D3-8D658F074EE2}" dt="2026-09-12T15:07:03.732" v="688" actId="1076"/>
          <ac:spMkLst>
            <pc:docMk/>
            <pc:sldMk cId="3287186513" sldId="260"/>
            <ac:spMk id="34" creationId="{44E4525E-BE0D-DAA7-D47C-8197036E67D6}"/>
          </ac:spMkLst>
        </pc:spChg>
        <pc:picChg chg="add mod">
          <ac:chgData name="泰訓 金" userId="081c670b5a78d8c3" providerId="LiveId" clId="{69AB2309-5913-46CA-B0D3-8D658F074EE2}" dt="2026-09-12T15:06:56.457" v="687" actId="12789"/>
          <ac:picMkLst>
            <pc:docMk/>
            <pc:sldMk cId="3287186513" sldId="260"/>
            <ac:picMk id="6" creationId="{B8F05DC4-E939-AE2E-72D3-F9E01A038780}"/>
          </ac:picMkLst>
        </pc:picChg>
        <pc:picChg chg="mod">
          <ac:chgData name="泰訓 金" userId="081c670b5a78d8c3" providerId="LiveId" clId="{69AB2309-5913-46CA-B0D3-8D658F074EE2}" dt="2026-09-12T15:04:20.291" v="642" actId="1076"/>
          <ac:picMkLst>
            <pc:docMk/>
            <pc:sldMk cId="3287186513" sldId="260"/>
            <ac:picMk id="13" creationId="{1B1F6C36-135A-E1B2-3F4F-6211FE083670}"/>
          </ac:picMkLst>
        </pc:picChg>
        <pc:picChg chg="del">
          <ac:chgData name="泰訓 金" userId="081c670b5a78d8c3" providerId="LiveId" clId="{69AB2309-5913-46CA-B0D3-8D658F074EE2}" dt="2026-09-12T14:40:37.901" v="425" actId="478"/>
          <ac:picMkLst>
            <pc:docMk/>
            <pc:sldMk cId="3287186513" sldId="260"/>
            <ac:picMk id="15" creationId="{133AE506-266A-D0B9-8A1F-2EF7F62FF38C}"/>
          </ac:picMkLst>
        </pc:picChg>
        <pc:picChg chg="add mod">
          <ac:chgData name="泰訓 金" userId="081c670b5a78d8c3" providerId="LiveId" clId="{69AB2309-5913-46CA-B0D3-8D658F074EE2}" dt="2026-09-12T15:06:56.457" v="687" actId="12789"/>
          <ac:picMkLst>
            <pc:docMk/>
            <pc:sldMk cId="3287186513" sldId="260"/>
            <ac:picMk id="18" creationId="{99850377-68F6-DABC-F89B-91C39A92BC5E}"/>
          </ac:picMkLst>
        </pc:picChg>
        <pc:picChg chg="add mod">
          <ac:chgData name="泰訓 金" userId="081c670b5a78d8c3" providerId="LiveId" clId="{69AB2309-5913-46CA-B0D3-8D658F074EE2}" dt="2026-09-12T15:02:43.168" v="577" actId="571"/>
          <ac:picMkLst>
            <pc:docMk/>
            <pc:sldMk cId="3287186513" sldId="260"/>
            <ac:picMk id="20" creationId="{7E2E81AA-EAC3-EA4D-4664-A5102980388E}"/>
          </ac:picMkLst>
        </pc:picChg>
        <pc:picChg chg="del">
          <ac:chgData name="泰訓 金" userId="081c670b5a78d8c3" providerId="LiveId" clId="{69AB2309-5913-46CA-B0D3-8D658F074EE2}" dt="2026-09-12T14:40:41.456" v="427" actId="478"/>
          <ac:picMkLst>
            <pc:docMk/>
            <pc:sldMk cId="3287186513" sldId="260"/>
            <ac:picMk id="21" creationId="{C1C9156E-F6EE-6472-374C-69DAEAFF6F3A}"/>
          </ac:picMkLst>
        </pc:picChg>
        <pc:picChg chg="add mod">
          <ac:chgData name="泰訓 金" userId="081c670b5a78d8c3" providerId="LiveId" clId="{69AB2309-5913-46CA-B0D3-8D658F074EE2}" dt="2026-09-12T15:02:43.168" v="577" actId="571"/>
          <ac:picMkLst>
            <pc:docMk/>
            <pc:sldMk cId="3287186513" sldId="260"/>
            <ac:picMk id="22" creationId="{C13D73B9-79EC-20A1-A3BC-DCA7567DED13}"/>
          </ac:picMkLst>
        </pc:picChg>
        <pc:picChg chg="add mod">
          <ac:chgData name="泰訓 金" userId="081c670b5a78d8c3" providerId="LiveId" clId="{69AB2309-5913-46CA-B0D3-8D658F074EE2}" dt="2026-09-12T15:56:18.023" v="1619" actId="1076"/>
          <ac:picMkLst>
            <pc:docMk/>
            <pc:sldMk cId="3287186513" sldId="260"/>
            <ac:picMk id="25" creationId="{3B69EF9A-B6D1-7228-6227-5E5EE2700E67}"/>
          </ac:picMkLst>
        </pc:picChg>
        <pc:picChg chg="add del mod">
          <ac:chgData name="泰訓 金" userId="081c670b5a78d8c3" providerId="LiveId" clId="{69AB2309-5913-46CA-B0D3-8D658F074EE2}" dt="2026-09-12T15:04:01.066" v="637" actId="478"/>
          <ac:picMkLst>
            <pc:docMk/>
            <pc:sldMk cId="3287186513" sldId="260"/>
            <ac:picMk id="27" creationId="{9617E741-D6CE-311C-F4A9-84C97881F921}"/>
          </ac:picMkLst>
        </pc:picChg>
        <pc:picChg chg="add mod">
          <ac:chgData name="泰訓 金" userId="081c670b5a78d8c3" providerId="LiveId" clId="{69AB2309-5913-46CA-B0D3-8D658F074EE2}" dt="2026-09-12T15:56:13.645" v="1618" actId="1076"/>
          <ac:picMkLst>
            <pc:docMk/>
            <pc:sldMk cId="3287186513" sldId="260"/>
            <ac:picMk id="30" creationId="{EAFF3683-6706-E0E0-1C12-1C97AD3F5419}"/>
          </ac:picMkLst>
        </pc:picChg>
        <pc:picChg chg="add mod">
          <ac:chgData name="泰訓 金" userId="081c670b5a78d8c3" providerId="LiveId" clId="{69AB2309-5913-46CA-B0D3-8D658F074EE2}" dt="2026-09-12T15:06:56.457" v="687" actId="12789"/>
          <ac:picMkLst>
            <pc:docMk/>
            <pc:sldMk cId="3287186513" sldId="260"/>
            <ac:picMk id="33" creationId="{D5040E9E-D770-E286-53FA-BED846791513}"/>
          </ac:picMkLst>
        </pc:picChg>
      </pc:sldChg>
      <pc:sldChg chg="addSp delSp modSp add mod">
        <pc:chgData name="泰訓 金" userId="081c670b5a78d8c3" providerId="LiveId" clId="{69AB2309-5913-46CA-B0D3-8D658F074EE2}" dt="2026-09-12T16:14:17.034" v="1840" actId="20577"/>
        <pc:sldMkLst>
          <pc:docMk/>
          <pc:sldMk cId="1039029675" sldId="261"/>
        </pc:sldMkLst>
        <pc:spChg chg="mod">
          <ac:chgData name="泰訓 金" userId="081c670b5a78d8c3" providerId="LiveId" clId="{69AB2309-5913-46CA-B0D3-8D658F074EE2}" dt="2026-09-12T15:08:46.303" v="704" actId="20577"/>
          <ac:spMkLst>
            <pc:docMk/>
            <pc:sldMk cId="1039029675" sldId="261"/>
            <ac:spMk id="2" creationId="{89B5CC16-AA5E-1A05-6C71-DA78083C606D}"/>
          </ac:spMkLst>
        </pc:spChg>
        <pc:spChg chg="del mod">
          <ac:chgData name="泰訓 金" userId="081c670b5a78d8c3" providerId="LiveId" clId="{69AB2309-5913-46CA-B0D3-8D658F074EE2}" dt="2026-09-12T15:43:43.449" v="1087" actId="478"/>
          <ac:spMkLst>
            <pc:docMk/>
            <pc:sldMk cId="1039029675" sldId="261"/>
            <ac:spMk id="3" creationId="{7DC2BBD2-229F-9CCD-3989-AB426F2D654B}"/>
          </ac:spMkLst>
        </pc:spChg>
        <pc:spChg chg="add mod">
          <ac:chgData name="泰訓 金" userId="081c670b5a78d8c3" providerId="LiveId" clId="{69AB2309-5913-46CA-B0D3-8D658F074EE2}" dt="2026-09-12T15:32:18.626" v="982" actId="1076"/>
          <ac:spMkLst>
            <pc:docMk/>
            <pc:sldMk cId="1039029675" sldId="261"/>
            <ac:spMk id="4" creationId="{0DCBABBE-F88E-A23C-EA3E-7A34C4B33405}"/>
          </ac:spMkLst>
        </pc:spChg>
        <pc:spChg chg="mod">
          <ac:chgData name="泰訓 金" userId="081c670b5a78d8c3" providerId="LiveId" clId="{69AB2309-5913-46CA-B0D3-8D658F074EE2}" dt="2026-09-12T15:44:10.364" v="1119" actId="1076"/>
          <ac:spMkLst>
            <pc:docMk/>
            <pc:sldMk cId="1039029675" sldId="261"/>
            <ac:spMk id="5" creationId="{BDD35E88-F91B-CE05-C113-E6A8D9F07ADA}"/>
          </ac:spMkLst>
        </pc:spChg>
        <pc:spChg chg="add">
          <ac:chgData name="泰訓 金" userId="081c670b5a78d8c3" providerId="LiveId" clId="{69AB2309-5913-46CA-B0D3-8D658F074EE2}" dt="2026-09-12T16:12:52.831" v="1838" actId="22"/>
          <ac:spMkLst>
            <pc:docMk/>
            <pc:sldMk cId="1039029675" sldId="261"/>
            <ac:spMk id="6" creationId="{C33BEB05-2F7F-5F79-C329-D7A250132B0A}"/>
          </ac:spMkLst>
        </pc:spChg>
        <pc:spChg chg="add del mod">
          <ac:chgData name="泰訓 金" userId="081c670b5a78d8c3" providerId="LiveId" clId="{69AB2309-5913-46CA-B0D3-8D658F074EE2}" dt="2026-09-12T16:12:52.521" v="1837" actId="478"/>
          <ac:spMkLst>
            <pc:docMk/>
            <pc:sldMk cId="1039029675" sldId="261"/>
            <ac:spMk id="7" creationId="{8FA26A95-1C30-2DFB-90BD-DA68CC00164E}"/>
          </ac:spMkLst>
        </pc:spChg>
        <pc:spChg chg="add mod">
          <ac:chgData name="泰訓 金" userId="081c670b5a78d8c3" providerId="LiveId" clId="{69AB2309-5913-46CA-B0D3-8D658F074EE2}" dt="2026-09-12T15:42:40.196" v="1073" actId="14100"/>
          <ac:spMkLst>
            <pc:docMk/>
            <pc:sldMk cId="1039029675" sldId="261"/>
            <ac:spMk id="11" creationId="{CB3CAD1B-EB07-10D3-0303-345978EFE870}"/>
          </ac:spMkLst>
        </pc:spChg>
        <pc:spChg chg="del">
          <ac:chgData name="泰訓 金" userId="081c670b5a78d8c3" providerId="LiveId" clId="{69AB2309-5913-46CA-B0D3-8D658F074EE2}" dt="2026-09-12T15:08:49.456" v="705" actId="478"/>
          <ac:spMkLst>
            <pc:docMk/>
            <pc:sldMk cId="1039029675" sldId="261"/>
            <ac:spMk id="12" creationId="{4152AA47-F24E-D52C-17E4-699DFE1EF2CF}"/>
          </ac:spMkLst>
        </pc:spChg>
        <pc:spChg chg="add del mod">
          <ac:chgData name="泰訓 金" userId="081c670b5a78d8c3" providerId="LiveId" clId="{69AB2309-5913-46CA-B0D3-8D658F074EE2}" dt="2026-09-12T15:20:26.390" v="854" actId="478"/>
          <ac:spMkLst>
            <pc:docMk/>
            <pc:sldMk cId="1039029675" sldId="261"/>
            <ac:spMk id="14" creationId="{20307422-A08E-7FEB-1129-C56329287AA1}"/>
          </ac:spMkLst>
        </pc:spChg>
        <pc:spChg chg="add">
          <ac:chgData name="泰訓 金" userId="081c670b5a78d8c3" providerId="LiveId" clId="{69AB2309-5913-46CA-B0D3-8D658F074EE2}" dt="2026-09-12T16:12:52.831" v="1838" actId="22"/>
          <ac:spMkLst>
            <pc:docMk/>
            <pc:sldMk cId="1039029675" sldId="261"/>
            <ac:spMk id="14" creationId="{F95FB255-B474-5DF4-5064-7A7790250B78}"/>
          </ac:spMkLst>
        </pc:spChg>
        <pc:spChg chg="add del mod">
          <ac:chgData name="泰訓 金" userId="081c670b5a78d8c3" providerId="LiveId" clId="{69AB2309-5913-46CA-B0D3-8D658F074EE2}" dt="2026-09-12T15:20:26.717" v="855" actId="478"/>
          <ac:spMkLst>
            <pc:docMk/>
            <pc:sldMk cId="1039029675" sldId="261"/>
            <ac:spMk id="15" creationId="{7A18AA67-63ED-D2C7-9234-CB729B6DF20B}"/>
          </ac:spMkLst>
        </pc:spChg>
        <pc:spChg chg="add del mod">
          <ac:chgData name="泰訓 金" userId="081c670b5a78d8c3" providerId="LiveId" clId="{69AB2309-5913-46CA-B0D3-8D658F074EE2}" dt="2026-09-12T15:20:27.473" v="856" actId="478"/>
          <ac:spMkLst>
            <pc:docMk/>
            <pc:sldMk cId="1039029675" sldId="261"/>
            <ac:spMk id="16" creationId="{B451D585-1AC3-0F22-1A94-883FE3DEE4F4}"/>
          </ac:spMkLst>
        </pc:spChg>
        <pc:spChg chg="add mod">
          <ac:chgData name="泰訓 金" userId="081c670b5a78d8c3" providerId="LiveId" clId="{69AB2309-5913-46CA-B0D3-8D658F074EE2}" dt="2026-09-12T15:22:07.689" v="886" actId="1076"/>
          <ac:spMkLst>
            <pc:docMk/>
            <pc:sldMk cId="1039029675" sldId="261"/>
            <ac:spMk id="17" creationId="{123250F8-0668-8D1F-9F0B-9A1F279057FA}"/>
          </ac:spMkLst>
        </pc:spChg>
        <pc:spChg chg="del">
          <ac:chgData name="泰訓 金" userId="081c670b5a78d8c3" providerId="LiveId" clId="{69AB2309-5913-46CA-B0D3-8D658F074EE2}" dt="2026-09-12T15:08:49.456" v="705" actId="478"/>
          <ac:spMkLst>
            <pc:docMk/>
            <pc:sldMk cId="1039029675" sldId="261"/>
            <ac:spMk id="19" creationId="{E27B5FEA-9346-1CE2-2571-EE8BBA2A8C85}"/>
          </ac:spMkLst>
        </pc:spChg>
        <pc:spChg chg="add mod">
          <ac:chgData name="泰訓 金" userId="081c670b5a78d8c3" providerId="LiveId" clId="{69AB2309-5913-46CA-B0D3-8D658F074EE2}" dt="2026-09-12T15:21:59.247" v="885" actId="1076"/>
          <ac:spMkLst>
            <pc:docMk/>
            <pc:sldMk cId="1039029675" sldId="261"/>
            <ac:spMk id="20" creationId="{FDDB9018-C52E-EEEA-3E49-EFF3C7B8F615}"/>
          </ac:spMkLst>
        </pc:spChg>
        <pc:spChg chg="add mod">
          <ac:chgData name="泰訓 金" userId="081c670b5a78d8c3" providerId="LiveId" clId="{69AB2309-5913-46CA-B0D3-8D658F074EE2}" dt="2026-09-12T15:22:14.747" v="887" actId="1076"/>
          <ac:spMkLst>
            <pc:docMk/>
            <pc:sldMk cId="1039029675" sldId="261"/>
            <ac:spMk id="21" creationId="{64BEB64E-8D33-3570-3FA7-561B970CCECA}"/>
          </ac:spMkLst>
        </pc:spChg>
        <pc:spChg chg="add mod">
          <ac:chgData name="泰訓 金" userId="081c670b5a78d8c3" providerId="LiveId" clId="{69AB2309-5913-46CA-B0D3-8D658F074EE2}" dt="2026-09-12T15:32:34.443" v="987" actId="14100"/>
          <ac:spMkLst>
            <pc:docMk/>
            <pc:sldMk cId="1039029675" sldId="261"/>
            <ac:spMk id="22" creationId="{0DB08A93-F9FB-8944-8C11-1BBB677D192A}"/>
          </ac:spMkLst>
        </pc:spChg>
        <pc:spChg chg="add mod">
          <ac:chgData name="泰訓 金" userId="081c670b5a78d8c3" providerId="LiveId" clId="{69AB2309-5913-46CA-B0D3-8D658F074EE2}" dt="2026-09-12T15:23:31.789" v="891" actId="571"/>
          <ac:spMkLst>
            <pc:docMk/>
            <pc:sldMk cId="1039029675" sldId="261"/>
            <ac:spMk id="23" creationId="{026B2B93-DB8D-D602-F074-667BC0B89DD3}"/>
          </ac:spMkLst>
        </pc:spChg>
        <pc:spChg chg="add mod">
          <ac:chgData name="泰訓 金" userId="081c670b5a78d8c3" providerId="LiveId" clId="{69AB2309-5913-46CA-B0D3-8D658F074EE2}" dt="2026-09-12T15:23:31.789" v="891" actId="571"/>
          <ac:spMkLst>
            <pc:docMk/>
            <pc:sldMk cId="1039029675" sldId="261"/>
            <ac:spMk id="24" creationId="{BDCDB680-F1CB-C1BF-7BDA-85F102610843}"/>
          </ac:spMkLst>
        </pc:spChg>
        <pc:spChg chg="del">
          <ac:chgData name="泰訓 金" userId="081c670b5a78d8c3" providerId="LiveId" clId="{69AB2309-5913-46CA-B0D3-8D658F074EE2}" dt="2026-09-12T15:08:49.456" v="705" actId="478"/>
          <ac:spMkLst>
            <pc:docMk/>
            <pc:sldMk cId="1039029675" sldId="261"/>
            <ac:spMk id="26" creationId="{6AC09A50-812F-1612-C852-5FE460889B4F}"/>
          </ac:spMkLst>
        </pc:spChg>
        <pc:spChg chg="add mod">
          <ac:chgData name="泰訓 金" userId="081c670b5a78d8c3" providerId="LiveId" clId="{69AB2309-5913-46CA-B0D3-8D658F074EE2}" dt="2026-09-12T15:23:31.789" v="891" actId="571"/>
          <ac:spMkLst>
            <pc:docMk/>
            <pc:sldMk cId="1039029675" sldId="261"/>
            <ac:spMk id="27" creationId="{D7CCF761-6850-AF9E-2AFE-24F9D7A84D86}"/>
          </ac:spMkLst>
        </pc:spChg>
        <pc:spChg chg="del">
          <ac:chgData name="泰訓 金" userId="081c670b5a78d8c3" providerId="LiveId" clId="{69AB2309-5913-46CA-B0D3-8D658F074EE2}" dt="2026-09-12T15:08:49.456" v="705" actId="478"/>
          <ac:spMkLst>
            <pc:docMk/>
            <pc:sldMk cId="1039029675" sldId="261"/>
            <ac:spMk id="28" creationId="{CB8FC5AA-0804-2659-A2C4-B29748DBE7B6}"/>
          </ac:spMkLst>
        </pc:spChg>
        <pc:spChg chg="add del mod">
          <ac:chgData name="泰訓 金" userId="081c670b5a78d8c3" providerId="LiveId" clId="{69AB2309-5913-46CA-B0D3-8D658F074EE2}" dt="2026-09-12T15:33:36.556" v="994" actId="478"/>
          <ac:spMkLst>
            <pc:docMk/>
            <pc:sldMk cId="1039029675" sldId="261"/>
            <ac:spMk id="29" creationId="{1E7F23CD-0B4C-23E9-F84B-E424CE0C4F13}"/>
          </ac:spMkLst>
        </pc:spChg>
        <pc:spChg chg="add del mod">
          <ac:chgData name="泰訓 金" userId="081c670b5a78d8c3" providerId="LiveId" clId="{69AB2309-5913-46CA-B0D3-8D658F074EE2}" dt="2026-09-12T15:33:36.556" v="994" actId="478"/>
          <ac:spMkLst>
            <pc:docMk/>
            <pc:sldMk cId="1039029675" sldId="261"/>
            <ac:spMk id="31" creationId="{EDD4A35F-615C-6779-C9C6-9A4D721622CD}"/>
          </ac:spMkLst>
        </pc:spChg>
        <pc:spChg chg="add del mod">
          <ac:chgData name="泰訓 金" userId="081c670b5a78d8c3" providerId="LiveId" clId="{69AB2309-5913-46CA-B0D3-8D658F074EE2}" dt="2026-09-12T15:33:36.556" v="994" actId="478"/>
          <ac:spMkLst>
            <pc:docMk/>
            <pc:sldMk cId="1039029675" sldId="261"/>
            <ac:spMk id="32" creationId="{9EA51F7F-76AE-61FB-BDF4-14500F49B296}"/>
          </ac:spMkLst>
        </pc:spChg>
        <pc:spChg chg="del">
          <ac:chgData name="泰訓 金" userId="081c670b5a78d8c3" providerId="LiveId" clId="{69AB2309-5913-46CA-B0D3-8D658F074EE2}" dt="2026-09-12T15:08:49.456" v="705" actId="478"/>
          <ac:spMkLst>
            <pc:docMk/>
            <pc:sldMk cId="1039029675" sldId="261"/>
            <ac:spMk id="34" creationId="{1C60D204-0DCD-082B-BD88-82614C3E5A11}"/>
          </ac:spMkLst>
        </pc:spChg>
        <pc:spChg chg="add del mod">
          <ac:chgData name="泰訓 金" userId="081c670b5a78d8c3" providerId="LiveId" clId="{69AB2309-5913-46CA-B0D3-8D658F074EE2}" dt="2026-09-12T15:33:36.556" v="994" actId="478"/>
          <ac:spMkLst>
            <pc:docMk/>
            <pc:sldMk cId="1039029675" sldId="261"/>
            <ac:spMk id="35" creationId="{5AB108C3-1CF2-B9B1-7DFF-A9890F1B7767}"/>
          </ac:spMkLst>
        </pc:spChg>
        <pc:spChg chg="add mod">
          <ac:chgData name="泰訓 金" userId="081c670b5a78d8c3" providerId="LiveId" clId="{69AB2309-5913-46CA-B0D3-8D658F074EE2}" dt="2026-09-12T15:23:48.828" v="894" actId="571"/>
          <ac:spMkLst>
            <pc:docMk/>
            <pc:sldMk cId="1039029675" sldId="261"/>
            <ac:spMk id="37" creationId="{0B520B55-3172-DEFC-6C69-D56C177A01AA}"/>
          </ac:spMkLst>
        </pc:spChg>
        <pc:spChg chg="add mod">
          <ac:chgData name="泰訓 金" userId="081c670b5a78d8c3" providerId="LiveId" clId="{69AB2309-5913-46CA-B0D3-8D658F074EE2}" dt="2026-09-12T15:23:48.828" v="894" actId="571"/>
          <ac:spMkLst>
            <pc:docMk/>
            <pc:sldMk cId="1039029675" sldId="261"/>
            <ac:spMk id="38" creationId="{A878B1E8-3208-8985-0FD0-D5924B304B59}"/>
          </ac:spMkLst>
        </pc:spChg>
        <pc:spChg chg="add mod">
          <ac:chgData name="泰訓 金" userId="081c670b5a78d8c3" providerId="LiveId" clId="{69AB2309-5913-46CA-B0D3-8D658F074EE2}" dt="2026-09-12T15:23:48.828" v="894" actId="571"/>
          <ac:spMkLst>
            <pc:docMk/>
            <pc:sldMk cId="1039029675" sldId="261"/>
            <ac:spMk id="39" creationId="{189EEF3F-9054-E4B3-35F7-E64824C211C8}"/>
          </ac:spMkLst>
        </pc:spChg>
        <pc:spChg chg="add mod">
          <ac:chgData name="泰訓 金" userId="081c670b5a78d8c3" providerId="LiveId" clId="{69AB2309-5913-46CA-B0D3-8D658F074EE2}" dt="2026-09-12T15:23:48.828" v="894" actId="571"/>
          <ac:spMkLst>
            <pc:docMk/>
            <pc:sldMk cId="1039029675" sldId="261"/>
            <ac:spMk id="40" creationId="{C04A40CF-2AD7-D21D-AC4F-8B66EDB74136}"/>
          </ac:spMkLst>
        </pc:spChg>
        <pc:spChg chg="add del mod">
          <ac:chgData name="泰訓 金" userId="081c670b5a78d8c3" providerId="LiveId" clId="{69AB2309-5913-46CA-B0D3-8D658F074EE2}" dt="2026-09-12T15:33:36.180" v="993" actId="478"/>
          <ac:spMkLst>
            <pc:docMk/>
            <pc:sldMk cId="1039029675" sldId="261"/>
            <ac:spMk id="41" creationId="{9CB7B34B-5EE8-4002-0D99-DC44029E3565}"/>
          </ac:spMkLst>
        </pc:spChg>
        <pc:spChg chg="add del mod">
          <ac:chgData name="泰訓 金" userId="081c670b5a78d8c3" providerId="LiveId" clId="{69AB2309-5913-46CA-B0D3-8D658F074EE2}" dt="2026-09-12T15:33:36.180" v="993" actId="478"/>
          <ac:spMkLst>
            <pc:docMk/>
            <pc:sldMk cId="1039029675" sldId="261"/>
            <ac:spMk id="42" creationId="{88F60AB7-2C75-368B-FFB7-C243F91B3E2E}"/>
          </ac:spMkLst>
        </pc:spChg>
        <pc:spChg chg="add del mod">
          <ac:chgData name="泰訓 金" userId="081c670b5a78d8c3" providerId="LiveId" clId="{69AB2309-5913-46CA-B0D3-8D658F074EE2}" dt="2026-09-12T15:33:36.180" v="993" actId="478"/>
          <ac:spMkLst>
            <pc:docMk/>
            <pc:sldMk cId="1039029675" sldId="261"/>
            <ac:spMk id="43" creationId="{251C74C8-C031-B6EB-7AEE-442DD547190B}"/>
          </ac:spMkLst>
        </pc:spChg>
        <pc:spChg chg="add del mod">
          <ac:chgData name="泰訓 金" userId="081c670b5a78d8c3" providerId="LiveId" clId="{69AB2309-5913-46CA-B0D3-8D658F074EE2}" dt="2026-09-12T15:33:36.180" v="993" actId="478"/>
          <ac:spMkLst>
            <pc:docMk/>
            <pc:sldMk cId="1039029675" sldId="261"/>
            <ac:spMk id="44" creationId="{12CC84E7-68EC-2D8A-F915-9916E7C93B44}"/>
          </ac:spMkLst>
        </pc:spChg>
        <pc:spChg chg="add mod ord">
          <ac:chgData name="泰訓 金" userId="081c670b5a78d8c3" providerId="LiveId" clId="{69AB2309-5913-46CA-B0D3-8D658F074EE2}" dt="2026-09-12T15:32:03.883" v="979" actId="167"/>
          <ac:spMkLst>
            <pc:docMk/>
            <pc:sldMk cId="1039029675" sldId="261"/>
            <ac:spMk id="45" creationId="{E5DEB32E-5BF7-30CF-EC2E-DBC79F4E8575}"/>
          </ac:spMkLst>
        </pc:spChg>
        <pc:spChg chg="add mod">
          <ac:chgData name="泰訓 金" userId="081c670b5a78d8c3" providerId="LiveId" clId="{69AB2309-5913-46CA-B0D3-8D658F074EE2}" dt="2026-09-12T15:42:40.196" v="1073" actId="14100"/>
          <ac:spMkLst>
            <pc:docMk/>
            <pc:sldMk cId="1039029675" sldId="261"/>
            <ac:spMk id="46" creationId="{A2715DFE-9A35-BAC6-6474-AEB2842E3C55}"/>
          </ac:spMkLst>
        </pc:spChg>
        <pc:spChg chg="add mod">
          <ac:chgData name="泰訓 金" userId="081c670b5a78d8c3" providerId="LiveId" clId="{69AB2309-5913-46CA-B0D3-8D658F074EE2}" dt="2026-09-12T15:42:12.831" v="1058" actId="20577"/>
          <ac:spMkLst>
            <pc:docMk/>
            <pc:sldMk cId="1039029675" sldId="261"/>
            <ac:spMk id="47" creationId="{4FCAD029-E7AA-6786-0885-156A81424E42}"/>
          </ac:spMkLst>
        </pc:spChg>
        <pc:spChg chg="add mod">
          <ac:chgData name="泰訓 金" userId="081c670b5a78d8c3" providerId="LiveId" clId="{69AB2309-5913-46CA-B0D3-8D658F074EE2}" dt="2026-09-12T15:42:40.196" v="1073" actId="14100"/>
          <ac:spMkLst>
            <pc:docMk/>
            <pc:sldMk cId="1039029675" sldId="261"/>
            <ac:spMk id="48" creationId="{77BED109-7F95-D5C8-E1BB-9AFAD23B8F3B}"/>
          </ac:spMkLst>
        </pc:spChg>
        <pc:spChg chg="add mod">
          <ac:chgData name="泰訓 金" userId="081c670b5a78d8c3" providerId="LiveId" clId="{69AB2309-5913-46CA-B0D3-8D658F074EE2}" dt="2026-09-12T15:41:48.447" v="1013" actId="20577"/>
          <ac:spMkLst>
            <pc:docMk/>
            <pc:sldMk cId="1039029675" sldId="261"/>
            <ac:spMk id="49" creationId="{D3BE1345-D5C4-B5C2-8D7E-814C1339D2AF}"/>
          </ac:spMkLst>
        </pc:spChg>
        <pc:spChg chg="add mod ord">
          <ac:chgData name="泰訓 金" userId="081c670b5a78d8c3" providerId="LiveId" clId="{69AB2309-5913-46CA-B0D3-8D658F074EE2}" dt="2026-09-12T16:14:17.034" v="1840" actId="20577"/>
          <ac:spMkLst>
            <pc:docMk/>
            <pc:sldMk cId="1039029675" sldId="261"/>
            <ac:spMk id="50" creationId="{0810225F-B3BF-F21F-E05A-31092531E5F1}"/>
          </ac:spMkLst>
        </pc:spChg>
        <pc:spChg chg="add mod ord">
          <ac:chgData name="泰訓 金" userId="081c670b5a78d8c3" providerId="LiveId" clId="{69AB2309-5913-46CA-B0D3-8D658F074EE2}" dt="2026-09-12T15:32:29.855" v="986" actId="14100"/>
          <ac:spMkLst>
            <pc:docMk/>
            <pc:sldMk cId="1039029675" sldId="261"/>
            <ac:spMk id="51" creationId="{2A5BB45B-36DB-E649-2E34-3CC35EACD81E}"/>
          </ac:spMkLst>
        </pc:spChg>
        <pc:spChg chg="add mod">
          <ac:chgData name="泰訓 金" userId="081c670b5a78d8c3" providerId="LiveId" clId="{69AB2309-5913-46CA-B0D3-8D658F074EE2}" dt="2026-09-12T15:33:34.890" v="992" actId="767"/>
          <ac:spMkLst>
            <pc:docMk/>
            <pc:sldMk cId="1039029675" sldId="261"/>
            <ac:spMk id="52" creationId="{B9BC2A3D-1306-7830-6F4C-47B02F430AEB}"/>
          </ac:spMkLst>
        </pc:spChg>
        <pc:spChg chg="add del mod">
          <ac:chgData name="泰訓 金" userId="081c670b5a78d8c3" providerId="LiveId" clId="{69AB2309-5913-46CA-B0D3-8D658F074EE2}" dt="2026-09-12T15:35:50.751" v="1001" actId="478"/>
          <ac:spMkLst>
            <pc:docMk/>
            <pc:sldMk cId="1039029675" sldId="261"/>
            <ac:spMk id="53" creationId="{1A48775D-3670-4DA6-E4AB-1D5BD2E667A7}"/>
          </ac:spMkLst>
        </pc:spChg>
        <pc:spChg chg="add del mod">
          <ac:chgData name="泰訓 金" userId="081c670b5a78d8c3" providerId="LiveId" clId="{69AB2309-5913-46CA-B0D3-8D658F074EE2}" dt="2026-09-12T15:35:51.106" v="1002" actId="478"/>
          <ac:spMkLst>
            <pc:docMk/>
            <pc:sldMk cId="1039029675" sldId="261"/>
            <ac:spMk id="54" creationId="{AE02542D-8DC6-E3B3-D600-D82470A53572}"/>
          </ac:spMkLst>
        </pc:spChg>
        <pc:spChg chg="add mod">
          <ac:chgData name="泰訓 金" userId="081c670b5a78d8c3" providerId="LiveId" clId="{69AB2309-5913-46CA-B0D3-8D658F074EE2}" dt="2026-09-12T15:44:56.013" v="1127" actId="1076"/>
          <ac:spMkLst>
            <pc:docMk/>
            <pc:sldMk cId="1039029675" sldId="261"/>
            <ac:spMk id="55" creationId="{F3D8E487-E60F-65D9-4C3F-D86F620CE774}"/>
          </ac:spMkLst>
        </pc:spChg>
        <pc:spChg chg="add mod">
          <ac:chgData name="泰訓 金" userId="081c670b5a78d8c3" providerId="LiveId" clId="{69AB2309-5913-46CA-B0D3-8D658F074EE2}" dt="2026-09-12T15:44:56.013" v="1127" actId="1076"/>
          <ac:spMkLst>
            <pc:docMk/>
            <pc:sldMk cId="1039029675" sldId="261"/>
            <ac:spMk id="56" creationId="{C47FA949-F999-BFFC-2246-A1003A102AF7}"/>
          </ac:spMkLst>
        </pc:spChg>
        <pc:spChg chg="add mod">
          <ac:chgData name="泰訓 金" userId="081c670b5a78d8c3" providerId="LiveId" clId="{69AB2309-5913-46CA-B0D3-8D658F074EE2}" dt="2026-09-12T15:44:56.013" v="1127" actId="1076"/>
          <ac:spMkLst>
            <pc:docMk/>
            <pc:sldMk cId="1039029675" sldId="261"/>
            <ac:spMk id="57" creationId="{07759AF3-EE97-D3AA-E284-FBD137626634}"/>
          </ac:spMkLst>
        </pc:spChg>
        <pc:spChg chg="add mod">
          <ac:chgData name="泰訓 金" userId="081c670b5a78d8c3" providerId="LiveId" clId="{69AB2309-5913-46CA-B0D3-8D658F074EE2}" dt="2026-09-12T15:44:56.013" v="1127" actId="1076"/>
          <ac:spMkLst>
            <pc:docMk/>
            <pc:sldMk cId="1039029675" sldId="261"/>
            <ac:spMk id="58" creationId="{E735F13B-1FEF-4DCA-A88E-262F5642496C}"/>
          </ac:spMkLst>
        </pc:spChg>
        <pc:spChg chg="add mod">
          <ac:chgData name="泰訓 金" userId="081c670b5a78d8c3" providerId="LiveId" clId="{69AB2309-5913-46CA-B0D3-8D658F074EE2}" dt="2026-09-12T15:44:56.013" v="1127" actId="1076"/>
          <ac:spMkLst>
            <pc:docMk/>
            <pc:sldMk cId="1039029675" sldId="261"/>
            <ac:spMk id="59" creationId="{13E52320-5384-0631-2045-2C4E76B54029}"/>
          </ac:spMkLst>
        </pc:spChg>
        <pc:spChg chg="add mod">
          <ac:chgData name="泰訓 金" userId="081c670b5a78d8c3" providerId="LiveId" clId="{69AB2309-5913-46CA-B0D3-8D658F074EE2}" dt="2026-09-12T15:44:56.013" v="1127" actId="1076"/>
          <ac:spMkLst>
            <pc:docMk/>
            <pc:sldMk cId="1039029675" sldId="261"/>
            <ac:spMk id="60" creationId="{BBEA801F-40D2-F37F-B197-07418BC6FA8B}"/>
          </ac:spMkLst>
        </pc:spChg>
        <pc:spChg chg="add mod">
          <ac:chgData name="泰訓 金" userId="081c670b5a78d8c3" providerId="LiveId" clId="{69AB2309-5913-46CA-B0D3-8D658F074EE2}" dt="2026-09-12T15:44:56.013" v="1127" actId="1076"/>
          <ac:spMkLst>
            <pc:docMk/>
            <pc:sldMk cId="1039029675" sldId="261"/>
            <ac:spMk id="61" creationId="{4D260228-AEED-9BBA-5D29-DC5F4C77F7C3}"/>
          </ac:spMkLst>
        </pc:spChg>
        <pc:spChg chg="add mod">
          <ac:chgData name="泰訓 金" userId="081c670b5a78d8c3" providerId="LiveId" clId="{69AB2309-5913-46CA-B0D3-8D658F074EE2}" dt="2026-09-12T15:44:56.013" v="1127" actId="1076"/>
          <ac:spMkLst>
            <pc:docMk/>
            <pc:sldMk cId="1039029675" sldId="261"/>
            <ac:spMk id="62" creationId="{53CCEBE7-2FA1-3C42-ACEA-465C97C6D762}"/>
          </ac:spMkLst>
        </pc:spChg>
        <pc:spChg chg="add mod">
          <ac:chgData name="泰訓 金" userId="081c670b5a78d8c3" providerId="LiveId" clId="{69AB2309-5913-46CA-B0D3-8D658F074EE2}" dt="2026-09-12T15:44:56.013" v="1127" actId="1076"/>
          <ac:spMkLst>
            <pc:docMk/>
            <pc:sldMk cId="1039029675" sldId="261"/>
            <ac:spMk id="63" creationId="{605975E4-8A34-384F-42C6-C218B108E608}"/>
          </ac:spMkLst>
        </pc:spChg>
        <pc:spChg chg="add mod">
          <ac:chgData name="泰訓 金" userId="081c670b5a78d8c3" providerId="LiveId" clId="{69AB2309-5913-46CA-B0D3-8D658F074EE2}" dt="2026-09-12T15:44:56.013" v="1127" actId="1076"/>
          <ac:spMkLst>
            <pc:docMk/>
            <pc:sldMk cId="1039029675" sldId="261"/>
            <ac:spMk id="64" creationId="{49AFA3B5-FE26-C869-1886-5211DF37B9FE}"/>
          </ac:spMkLst>
        </pc:spChg>
        <pc:spChg chg="add del mod">
          <ac:chgData name="泰訓 金" userId="081c670b5a78d8c3" providerId="LiveId" clId="{69AB2309-5913-46CA-B0D3-8D658F074EE2}" dt="2026-09-12T15:44:49.939" v="1126" actId="478"/>
          <ac:spMkLst>
            <pc:docMk/>
            <pc:sldMk cId="1039029675" sldId="261"/>
            <ac:spMk id="66" creationId="{E967FE1A-6E2E-5781-92AE-4140E430DA2F}"/>
          </ac:spMkLst>
        </pc:spChg>
        <pc:spChg chg="add mod">
          <ac:chgData name="泰訓 金" userId="081c670b5a78d8c3" providerId="LiveId" clId="{69AB2309-5913-46CA-B0D3-8D658F074EE2}" dt="2026-09-12T15:52:07.717" v="1447" actId="1076"/>
          <ac:spMkLst>
            <pc:docMk/>
            <pc:sldMk cId="1039029675" sldId="261"/>
            <ac:spMk id="67" creationId="{ABA6BC07-9E21-8ED0-1494-432A7D2517DD}"/>
          </ac:spMkLst>
        </pc:spChg>
        <pc:spChg chg="add del mod">
          <ac:chgData name="泰訓 金" userId="081c670b5a78d8c3" providerId="LiveId" clId="{69AB2309-5913-46CA-B0D3-8D658F074EE2}" dt="2026-09-12T15:45:50.984" v="1199" actId="478"/>
          <ac:spMkLst>
            <pc:docMk/>
            <pc:sldMk cId="1039029675" sldId="261"/>
            <ac:spMk id="68" creationId="{CC4CA718-5245-95FE-B2C9-37BE995C89AE}"/>
          </ac:spMkLst>
        </pc:spChg>
        <pc:spChg chg="add del mod">
          <ac:chgData name="泰訓 金" userId="081c670b5a78d8c3" providerId="LiveId" clId="{69AB2309-5913-46CA-B0D3-8D658F074EE2}" dt="2026-09-12T15:51:46.313" v="1442" actId="478"/>
          <ac:spMkLst>
            <pc:docMk/>
            <pc:sldMk cId="1039029675" sldId="261"/>
            <ac:spMk id="69" creationId="{175EEFC1-39E5-1419-0AB9-CA94FAA70763}"/>
          </ac:spMkLst>
        </pc:spChg>
        <pc:spChg chg="add mod">
          <ac:chgData name="泰訓 金" userId="081c670b5a78d8c3" providerId="LiveId" clId="{69AB2309-5913-46CA-B0D3-8D658F074EE2}" dt="2026-09-12T15:52:48.746" v="1465" actId="1076"/>
          <ac:spMkLst>
            <pc:docMk/>
            <pc:sldMk cId="1039029675" sldId="261"/>
            <ac:spMk id="72" creationId="{F5DA2395-28C4-2F4E-E095-A4836CDDC1A5}"/>
          </ac:spMkLst>
        </pc:spChg>
        <pc:picChg chg="del">
          <ac:chgData name="泰訓 金" userId="081c670b5a78d8c3" providerId="LiveId" clId="{69AB2309-5913-46CA-B0D3-8D658F074EE2}" dt="2026-09-12T15:08:49.456" v="705" actId="478"/>
          <ac:picMkLst>
            <pc:docMk/>
            <pc:sldMk cId="1039029675" sldId="261"/>
            <ac:picMk id="6" creationId="{C905DA2A-AFD4-CD78-DD3C-BBA53F7AD54D}"/>
          </ac:picMkLst>
        </pc:picChg>
        <pc:picChg chg="mod">
          <ac:chgData name="泰訓 金" userId="081c670b5a78d8c3" providerId="LiveId" clId="{69AB2309-5913-46CA-B0D3-8D658F074EE2}" dt="2026-09-12T15:44:24.923" v="1121" actId="408"/>
          <ac:picMkLst>
            <pc:docMk/>
            <pc:sldMk cId="1039029675" sldId="261"/>
            <ac:picMk id="9" creationId="{A8400D98-F6D7-0CB9-8DFC-690B094D0D94}"/>
          </ac:picMkLst>
        </pc:picChg>
        <pc:picChg chg="mod ord">
          <ac:chgData name="泰訓 金" userId="081c670b5a78d8c3" providerId="LiveId" clId="{69AB2309-5913-46CA-B0D3-8D658F074EE2}" dt="2026-09-12T15:52:17.011" v="1460" actId="1076"/>
          <ac:picMkLst>
            <pc:docMk/>
            <pc:sldMk cId="1039029675" sldId="261"/>
            <ac:picMk id="13" creationId="{2B04391E-7F8F-9AB8-0F92-591098700845}"/>
          </ac:picMkLst>
        </pc:picChg>
        <pc:picChg chg="del">
          <ac:chgData name="泰訓 金" userId="081c670b5a78d8c3" providerId="LiveId" clId="{69AB2309-5913-46CA-B0D3-8D658F074EE2}" dt="2026-09-12T15:08:49.456" v="705" actId="478"/>
          <ac:picMkLst>
            <pc:docMk/>
            <pc:sldMk cId="1039029675" sldId="261"/>
            <ac:picMk id="18" creationId="{E0B3BA50-70BE-664E-C870-FD10C1676FC2}"/>
          </ac:picMkLst>
        </pc:picChg>
        <pc:picChg chg="del">
          <ac:chgData name="泰訓 金" userId="081c670b5a78d8c3" providerId="LiveId" clId="{69AB2309-5913-46CA-B0D3-8D658F074EE2}" dt="2026-09-12T15:08:49.456" v="705" actId="478"/>
          <ac:picMkLst>
            <pc:docMk/>
            <pc:sldMk cId="1039029675" sldId="261"/>
            <ac:picMk id="25" creationId="{1813D1F7-DE4E-375B-D2FB-1AF9DE53E657}"/>
          </ac:picMkLst>
        </pc:picChg>
        <pc:picChg chg="del">
          <ac:chgData name="泰訓 金" userId="081c670b5a78d8c3" providerId="LiveId" clId="{69AB2309-5913-46CA-B0D3-8D658F074EE2}" dt="2026-09-12T15:08:49.456" v="705" actId="478"/>
          <ac:picMkLst>
            <pc:docMk/>
            <pc:sldMk cId="1039029675" sldId="261"/>
            <ac:picMk id="30" creationId="{BAB779B8-80CA-3925-96EA-ED3459DEE38A}"/>
          </ac:picMkLst>
        </pc:picChg>
        <pc:picChg chg="del">
          <ac:chgData name="泰訓 金" userId="081c670b5a78d8c3" providerId="LiveId" clId="{69AB2309-5913-46CA-B0D3-8D658F074EE2}" dt="2026-09-12T15:08:49.456" v="705" actId="478"/>
          <ac:picMkLst>
            <pc:docMk/>
            <pc:sldMk cId="1039029675" sldId="261"/>
            <ac:picMk id="33" creationId="{82091928-7750-6CBE-D919-2656F566A705}"/>
          </ac:picMkLst>
        </pc:picChg>
        <pc:picChg chg="add mod">
          <ac:chgData name="泰訓 金" userId="081c670b5a78d8c3" providerId="LiveId" clId="{69AB2309-5913-46CA-B0D3-8D658F074EE2}" dt="2026-09-12T15:23:48.828" v="894" actId="571"/>
          <ac:picMkLst>
            <pc:docMk/>
            <pc:sldMk cId="1039029675" sldId="261"/>
            <ac:picMk id="36" creationId="{C85F442D-0881-C724-741E-7A8CC670900D}"/>
          </ac:picMkLst>
        </pc:picChg>
        <pc:picChg chg="add del mod">
          <ac:chgData name="泰訓 金" userId="081c670b5a78d8c3" providerId="LiveId" clId="{69AB2309-5913-46CA-B0D3-8D658F074EE2}" dt="2026-09-12T15:52:30.409" v="1462" actId="478"/>
          <ac:picMkLst>
            <pc:docMk/>
            <pc:sldMk cId="1039029675" sldId="261"/>
            <ac:picMk id="71" creationId="{133FEFEE-2FDC-7B3E-42FB-1598B7A5CF51}"/>
          </ac:picMkLst>
        </pc:picChg>
        <pc:picChg chg="add mod">
          <ac:chgData name="泰訓 金" userId="081c670b5a78d8c3" providerId="LiveId" clId="{69AB2309-5913-46CA-B0D3-8D658F074EE2}" dt="2026-09-12T15:52:48.746" v="1465" actId="1076"/>
          <ac:picMkLst>
            <pc:docMk/>
            <pc:sldMk cId="1039029675" sldId="261"/>
            <ac:picMk id="74" creationId="{F1D8CAB6-25A5-8528-F54E-4C840F4C63C9}"/>
          </ac:picMkLst>
        </pc:picChg>
      </pc:sldChg>
      <pc:sldChg chg="addSp delSp modSp add mod ord">
        <pc:chgData name="泰訓 金" userId="081c670b5a78d8c3" providerId="LiveId" clId="{69AB2309-5913-46CA-B0D3-8D658F074EE2}" dt="2026-09-12T16:12:47.173" v="1836" actId="22"/>
        <pc:sldMkLst>
          <pc:docMk/>
          <pc:sldMk cId="3569187214" sldId="262"/>
        </pc:sldMkLst>
        <pc:spChg chg="add mod">
          <ac:chgData name="泰訓 金" userId="081c670b5a78d8c3" providerId="LiveId" clId="{69AB2309-5913-46CA-B0D3-8D658F074EE2}" dt="2026-09-12T15:46:05.892" v="1205" actId="1076"/>
          <ac:spMkLst>
            <pc:docMk/>
            <pc:sldMk cId="3569187214" sldId="262"/>
            <ac:spMk id="3" creationId="{FE806B03-D6A8-4609-11B6-74771C1EF116}"/>
          </ac:spMkLst>
        </pc:spChg>
        <pc:spChg chg="add mod">
          <ac:chgData name="泰訓 金" userId="081c670b5a78d8c3" providerId="LiveId" clId="{69AB2309-5913-46CA-B0D3-8D658F074EE2}" dt="2026-09-12T15:46:11.413" v="1216" actId="20577"/>
          <ac:spMkLst>
            <pc:docMk/>
            <pc:sldMk cId="3569187214" sldId="262"/>
            <ac:spMk id="6" creationId="{BF9D734B-5E5A-2A62-6390-E826BA819952}"/>
          </ac:spMkLst>
        </pc:spChg>
        <pc:spChg chg="del">
          <ac:chgData name="泰訓 金" userId="081c670b5a78d8c3" providerId="LiveId" clId="{69AB2309-5913-46CA-B0D3-8D658F074EE2}" dt="2026-09-12T16:12:47.007" v="1835" actId="478"/>
          <ac:spMkLst>
            <pc:docMk/>
            <pc:sldMk cId="3569187214" sldId="262"/>
            <ac:spMk id="7" creationId="{1370B95A-78CA-6930-868E-F67A5D7E6291}"/>
          </ac:spMkLst>
        </pc:spChg>
        <pc:spChg chg="add">
          <ac:chgData name="泰訓 金" userId="081c670b5a78d8c3" providerId="LiveId" clId="{69AB2309-5913-46CA-B0D3-8D658F074EE2}" dt="2026-09-12T15:53:06.614" v="1467" actId="22"/>
          <ac:spMkLst>
            <pc:docMk/>
            <pc:sldMk cId="3569187214" sldId="262"/>
            <ac:spMk id="14" creationId="{995A7D9A-FEAE-8E87-996B-07A31D23FC28}"/>
          </ac:spMkLst>
        </pc:spChg>
        <pc:spChg chg="add">
          <ac:chgData name="泰訓 金" userId="081c670b5a78d8c3" providerId="LiveId" clId="{69AB2309-5913-46CA-B0D3-8D658F074EE2}" dt="2026-09-12T16:12:47.173" v="1836" actId="22"/>
          <ac:spMkLst>
            <pc:docMk/>
            <pc:sldMk cId="3569187214" sldId="262"/>
            <ac:spMk id="15" creationId="{FB82E3CD-5519-B40E-E833-E5F11C1CE0D8}"/>
          </ac:spMkLst>
        </pc:spChg>
        <pc:spChg chg="add">
          <ac:chgData name="泰訓 金" userId="081c670b5a78d8c3" providerId="LiveId" clId="{69AB2309-5913-46CA-B0D3-8D658F074EE2}" dt="2026-09-12T16:12:47.173" v="1836" actId="22"/>
          <ac:spMkLst>
            <pc:docMk/>
            <pc:sldMk cId="3569187214" sldId="262"/>
            <ac:spMk id="19" creationId="{6446B08B-D5F1-41CE-42A2-2EA7709BC4A5}"/>
          </ac:spMkLst>
        </pc:spChg>
        <pc:spChg chg="mod">
          <ac:chgData name="泰訓 金" userId="081c670b5a78d8c3" providerId="LiveId" clId="{69AB2309-5913-46CA-B0D3-8D658F074EE2}" dt="2026-09-12T15:50:56.507" v="1425" actId="20577"/>
          <ac:spMkLst>
            <pc:docMk/>
            <pc:sldMk cId="3569187214" sldId="262"/>
            <ac:spMk id="68" creationId="{B3811781-55FD-571D-53EB-6CB253E3CA89}"/>
          </ac:spMkLst>
        </pc:spChg>
        <pc:picChg chg="add">
          <ac:chgData name="泰訓 金" userId="081c670b5a78d8c3" providerId="LiveId" clId="{69AB2309-5913-46CA-B0D3-8D658F074EE2}" dt="2026-09-12T15:53:06.614" v="1467" actId="22"/>
          <ac:picMkLst>
            <pc:docMk/>
            <pc:sldMk cId="3569187214" sldId="262"/>
            <ac:picMk id="16" creationId="{99223C26-857F-7DC6-3C24-3C255099A0D0}"/>
          </ac:picMkLst>
        </pc:picChg>
      </pc:sldChg>
      <pc:sldChg chg="addSp delSp modSp add mod">
        <pc:chgData name="泰訓 金" userId="081c670b5a78d8c3" providerId="LiveId" clId="{69AB2309-5913-46CA-B0D3-8D658F074EE2}" dt="2026-09-12T15:59:16.574" v="1755" actId="20577"/>
        <pc:sldMkLst>
          <pc:docMk/>
          <pc:sldMk cId="259908968" sldId="263"/>
        </pc:sldMkLst>
        <pc:spChg chg="mod">
          <ac:chgData name="泰訓 金" userId="081c670b5a78d8c3" providerId="LiveId" clId="{69AB2309-5913-46CA-B0D3-8D658F074EE2}" dt="2026-09-12T15:56:36.407" v="1693" actId="20577"/>
          <ac:spMkLst>
            <pc:docMk/>
            <pc:sldMk cId="259908968" sldId="263"/>
            <ac:spMk id="2" creationId="{0DF2E7A3-4307-E03D-3799-94FE9832F6AD}"/>
          </ac:spMkLst>
        </pc:spChg>
        <pc:spChg chg="del mod">
          <ac:chgData name="泰訓 金" userId="081c670b5a78d8c3" providerId="LiveId" clId="{69AB2309-5913-46CA-B0D3-8D658F074EE2}" dt="2026-09-12T15:47:00.648" v="1244" actId="478"/>
          <ac:spMkLst>
            <pc:docMk/>
            <pc:sldMk cId="259908968" sldId="263"/>
            <ac:spMk id="7" creationId="{B7B65A12-30AF-0273-05A2-0C0DA310FB64}"/>
          </ac:spMkLst>
        </pc:spChg>
        <pc:spChg chg="del">
          <ac:chgData name="泰訓 金" userId="081c670b5a78d8c3" providerId="LiveId" clId="{69AB2309-5913-46CA-B0D3-8D658F074EE2}" dt="2026-09-12T15:46:34.822" v="1235" actId="478"/>
          <ac:spMkLst>
            <pc:docMk/>
            <pc:sldMk cId="259908968" sldId="263"/>
            <ac:spMk id="12" creationId="{3FF09A1B-1102-C7FC-48D9-EDE57E9F8E2F}"/>
          </ac:spMkLst>
        </pc:spChg>
        <pc:spChg chg="del">
          <ac:chgData name="泰訓 金" userId="081c670b5a78d8c3" providerId="LiveId" clId="{69AB2309-5913-46CA-B0D3-8D658F074EE2}" dt="2026-09-12T15:46:59.901" v="1243" actId="478"/>
          <ac:spMkLst>
            <pc:docMk/>
            <pc:sldMk cId="259908968" sldId="263"/>
            <ac:spMk id="14" creationId="{0889F9B5-8970-0C84-E498-CF1B931AA06F}"/>
          </ac:spMkLst>
        </pc:spChg>
        <pc:spChg chg="add del mod">
          <ac:chgData name="泰訓 金" userId="081c670b5a78d8c3" providerId="LiveId" clId="{69AB2309-5913-46CA-B0D3-8D658F074EE2}" dt="2026-09-12T15:46:59.901" v="1243" actId="478"/>
          <ac:spMkLst>
            <pc:docMk/>
            <pc:sldMk cId="259908968" sldId="263"/>
            <ac:spMk id="16" creationId="{625B517B-EA1B-88F2-F735-EDB1324CF529}"/>
          </ac:spMkLst>
        </pc:spChg>
        <pc:spChg chg="del">
          <ac:chgData name="泰訓 金" userId="081c670b5a78d8c3" providerId="LiveId" clId="{69AB2309-5913-46CA-B0D3-8D658F074EE2}" dt="2026-09-12T15:46:34.822" v="1235" actId="478"/>
          <ac:spMkLst>
            <pc:docMk/>
            <pc:sldMk cId="259908968" sldId="263"/>
            <ac:spMk id="19" creationId="{88CDE6CE-F188-6354-A7C1-2B434EF75644}"/>
          </ac:spMkLst>
        </pc:spChg>
        <pc:spChg chg="add del mod">
          <ac:chgData name="泰訓 金" userId="081c670b5a78d8c3" providerId="LiveId" clId="{69AB2309-5913-46CA-B0D3-8D658F074EE2}" dt="2026-09-12T15:46:59.901" v="1243" actId="478"/>
          <ac:spMkLst>
            <pc:docMk/>
            <pc:sldMk cId="259908968" sldId="263"/>
            <ac:spMk id="20" creationId="{E0DC4F8A-CABC-8C0A-72B4-2A4098FF7366}"/>
          </ac:spMkLst>
        </pc:spChg>
        <pc:spChg chg="add del mod">
          <ac:chgData name="泰訓 金" userId="081c670b5a78d8c3" providerId="LiveId" clId="{69AB2309-5913-46CA-B0D3-8D658F074EE2}" dt="2026-09-12T15:46:59.901" v="1243" actId="478"/>
          <ac:spMkLst>
            <pc:docMk/>
            <pc:sldMk cId="259908968" sldId="263"/>
            <ac:spMk id="22" creationId="{929F32A1-CD03-3D32-6427-8055CF4FE030}"/>
          </ac:spMkLst>
        </pc:spChg>
        <pc:spChg chg="del">
          <ac:chgData name="泰訓 金" userId="081c670b5a78d8c3" providerId="LiveId" clId="{69AB2309-5913-46CA-B0D3-8D658F074EE2}" dt="2026-09-12T15:46:55.467" v="1241" actId="478"/>
          <ac:spMkLst>
            <pc:docMk/>
            <pc:sldMk cId="259908968" sldId="263"/>
            <ac:spMk id="24" creationId="{C09E09B1-0AC7-F260-0135-EAEC80EF69EF}"/>
          </ac:spMkLst>
        </pc:spChg>
        <pc:spChg chg="del">
          <ac:chgData name="泰訓 金" userId="081c670b5a78d8c3" providerId="LiveId" clId="{69AB2309-5913-46CA-B0D3-8D658F074EE2}" dt="2026-09-12T15:46:34.822" v="1235" actId="478"/>
          <ac:spMkLst>
            <pc:docMk/>
            <pc:sldMk cId="259908968" sldId="263"/>
            <ac:spMk id="26" creationId="{5CC7F905-25AC-87FD-ADC5-54B7A6D0DDCA}"/>
          </ac:spMkLst>
        </pc:spChg>
        <pc:spChg chg="del">
          <ac:chgData name="泰訓 金" userId="081c670b5a78d8c3" providerId="LiveId" clId="{69AB2309-5913-46CA-B0D3-8D658F074EE2}" dt="2026-09-12T15:46:39.713" v="1237" actId="478"/>
          <ac:spMkLst>
            <pc:docMk/>
            <pc:sldMk cId="259908968" sldId="263"/>
            <ac:spMk id="28" creationId="{310BDACB-7A5B-EFA6-3D2E-48A404BA9D69}"/>
          </ac:spMkLst>
        </pc:spChg>
        <pc:spChg chg="add del mod">
          <ac:chgData name="泰訓 金" userId="081c670b5a78d8c3" providerId="LiveId" clId="{69AB2309-5913-46CA-B0D3-8D658F074EE2}" dt="2026-09-12T15:46:55.467" v="1241" actId="478"/>
          <ac:spMkLst>
            <pc:docMk/>
            <pc:sldMk cId="259908968" sldId="263"/>
            <ac:spMk id="29" creationId="{28C22596-E0E0-AD9C-27C8-044F8633F6D9}"/>
          </ac:spMkLst>
        </pc:spChg>
        <pc:spChg chg="add del mod">
          <ac:chgData name="泰訓 金" userId="081c670b5a78d8c3" providerId="LiveId" clId="{69AB2309-5913-46CA-B0D3-8D658F074EE2}" dt="2026-09-12T15:46:55.467" v="1241" actId="478"/>
          <ac:spMkLst>
            <pc:docMk/>
            <pc:sldMk cId="259908968" sldId="263"/>
            <ac:spMk id="32" creationId="{94150F28-B6FC-87D6-A5DC-F744A340E398}"/>
          </ac:spMkLst>
        </pc:spChg>
        <pc:spChg chg="del">
          <ac:chgData name="泰訓 金" userId="081c670b5a78d8c3" providerId="LiveId" clId="{69AB2309-5913-46CA-B0D3-8D658F074EE2}" dt="2026-09-12T15:46:34.822" v="1235" actId="478"/>
          <ac:spMkLst>
            <pc:docMk/>
            <pc:sldMk cId="259908968" sldId="263"/>
            <ac:spMk id="34" creationId="{AE08EEF2-BD30-805C-DF88-390FDD0EC108}"/>
          </ac:spMkLst>
        </pc:spChg>
        <pc:spChg chg="del">
          <ac:chgData name="泰訓 金" userId="081c670b5a78d8c3" providerId="LiveId" clId="{69AB2309-5913-46CA-B0D3-8D658F074EE2}" dt="2026-09-12T15:46:55.467" v="1241" actId="478"/>
          <ac:spMkLst>
            <pc:docMk/>
            <pc:sldMk cId="259908968" sldId="263"/>
            <ac:spMk id="36" creationId="{B9488AA6-09C4-9A85-976A-8514AB670D66}"/>
          </ac:spMkLst>
        </pc:spChg>
        <pc:spChg chg="del">
          <ac:chgData name="泰訓 金" userId="081c670b5a78d8c3" providerId="LiveId" clId="{69AB2309-5913-46CA-B0D3-8D658F074EE2}" dt="2026-09-12T15:46:55.467" v="1241" actId="478"/>
          <ac:spMkLst>
            <pc:docMk/>
            <pc:sldMk cId="259908968" sldId="263"/>
            <ac:spMk id="38" creationId="{1A1A1723-0942-764B-7890-4680AE765230}"/>
          </ac:spMkLst>
        </pc:spChg>
        <pc:spChg chg="add del mod">
          <ac:chgData name="泰訓 金" userId="081c670b5a78d8c3" providerId="LiveId" clId="{69AB2309-5913-46CA-B0D3-8D658F074EE2}" dt="2026-09-12T15:46:53.775" v="1240" actId="478"/>
          <ac:spMkLst>
            <pc:docMk/>
            <pc:sldMk cId="259908968" sldId="263"/>
            <ac:spMk id="40" creationId="{1667CDEF-E635-7A7D-20F8-662952B0F7F6}"/>
          </ac:spMkLst>
        </pc:spChg>
        <pc:spChg chg="add del mod">
          <ac:chgData name="泰訓 金" userId="081c670b5a78d8c3" providerId="LiveId" clId="{69AB2309-5913-46CA-B0D3-8D658F074EE2}" dt="2026-09-12T15:46:53.775" v="1240" actId="478"/>
          <ac:spMkLst>
            <pc:docMk/>
            <pc:sldMk cId="259908968" sldId="263"/>
            <ac:spMk id="42" creationId="{56E98E72-0273-BC16-130E-97E617600FD1}"/>
          </ac:spMkLst>
        </pc:spChg>
        <pc:spChg chg="add del mod">
          <ac:chgData name="泰訓 金" userId="081c670b5a78d8c3" providerId="LiveId" clId="{69AB2309-5913-46CA-B0D3-8D658F074EE2}" dt="2026-09-12T15:46:53.775" v="1240" actId="478"/>
          <ac:spMkLst>
            <pc:docMk/>
            <pc:sldMk cId="259908968" sldId="263"/>
            <ac:spMk id="44" creationId="{BE4A3392-6128-5160-92E6-FBEDDF113B5D}"/>
          </ac:spMkLst>
        </pc:spChg>
        <pc:spChg chg="add del mod">
          <ac:chgData name="泰訓 金" userId="081c670b5a78d8c3" providerId="LiveId" clId="{69AB2309-5913-46CA-B0D3-8D658F074EE2}" dt="2026-09-12T15:46:53.775" v="1240" actId="478"/>
          <ac:spMkLst>
            <pc:docMk/>
            <pc:sldMk cId="259908968" sldId="263"/>
            <ac:spMk id="46" creationId="{2A48000B-F153-335F-3F42-0832B8FA9D1B}"/>
          </ac:spMkLst>
        </pc:spChg>
        <pc:spChg chg="add del mod">
          <ac:chgData name="泰訓 金" userId="081c670b5a78d8c3" providerId="LiveId" clId="{69AB2309-5913-46CA-B0D3-8D658F074EE2}" dt="2026-09-12T15:46:53.775" v="1240" actId="478"/>
          <ac:spMkLst>
            <pc:docMk/>
            <pc:sldMk cId="259908968" sldId="263"/>
            <ac:spMk id="48" creationId="{C873B8BE-670D-B8AC-BDBA-36605BBBAFDA}"/>
          </ac:spMkLst>
        </pc:spChg>
        <pc:spChg chg="add del mod">
          <ac:chgData name="泰訓 金" userId="081c670b5a78d8c3" providerId="LiveId" clId="{69AB2309-5913-46CA-B0D3-8D658F074EE2}" dt="2026-09-12T15:56:44.873" v="1694" actId="478"/>
          <ac:spMkLst>
            <pc:docMk/>
            <pc:sldMk cId="259908968" sldId="263"/>
            <ac:spMk id="58" creationId="{4246ADF5-D9AD-A4E1-081C-7B56F7E903DD}"/>
          </ac:spMkLst>
        </pc:spChg>
        <pc:spChg chg="add del mod">
          <ac:chgData name="泰訓 金" userId="081c670b5a78d8c3" providerId="LiveId" clId="{69AB2309-5913-46CA-B0D3-8D658F074EE2}" dt="2026-09-12T15:56:44.873" v="1694" actId="478"/>
          <ac:spMkLst>
            <pc:docMk/>
            <pc:sldMk cId="259908968" sldId="263"/>
            <ac:spMk id="59" creationId="{074C4EB3-ECAD-B61E-8316-16E8A2AB6BF9}"/>
          </ac:spMkLst>
        </pc:spChg>
        <pc:spChg chg="add del mod">
          <ac:chgData name="泰訓 金" userId="081c670b5a78d8c3" providerId="LiveId" clId="{69AB2309-5913-46CA-B0D3-8D658F074EE2}" dt="2026-09-12T15:56:44.873" v="1694" actId="478"/>
          <ac:spMkLst>
            <pc:docMk/>
            <pc:sldMk cId="259908968" sldId="263"/>
            <ac:spMk id="60" creationId="{E257A4CE-AD0D-1076-5D00-DABED78838C5}"/>
          </ac:spMkLst>
        </pc:spChg>
        <pc:spChg chg="add del mod">
          <ac:chgData name="泰訓 金" userId="081c670b5a78d8c3" providerId="LiveId" clId="{69AB2309-5913-46CA-B0D3-8D658F074EE2}" dt="2026-09-12T15:56:44.873" v="1694" actId="478"/>
          <ac:spMkLst>
            <pc:docMk/>
            <pc:sldMk cId="259908968" sldId="263"/>
            <ac:spMk id="61" creationId="{137550CD-DF46-2DB3-716C-AB1E733B6317}"/>
          </ac:spMkLst>
        </pc:spChg>
        <pc:spChg chg="add">
          <ac:chgData name="泰訓 金" userId="081c670b5a78d8c3" providerId="LiveId" clId="{69AB2309-5913-46CA-B0D3-8D658F074EE2}" dt="2026-09-12T15:53:10.918" v="1468" actId="22"/>
          <ac:spMkLst>
            <pc:docMk/>
            <pc:sldMk cId="259908968" sldId="263"/>
            <ac:spMk id="63" creationId="{530672D8-8ADB-FC5F-E97C-AC7B3DF3A8C1}"/>
          </ac:spMkLst>
        </pc:spChg>
        <pc:spChg chg="add mod">
          <ac:chgData name="泰訓 金" userId="081c670b5a78d8c3" providerId="LiveId" clId="{69AB2309-5913-46CA-B0D3-8D658F074EE2}" dt="2026-09-12T15:59:16.574" v="1755" actId="20577"/>
          <ac:spMkLst>
            <pc:docMk/>
            <pc:sldMk cId="259908968" sldId="263"/>
            <ac:spMk id="67" creationId="{AF74AADA-46FA-447F-7772-3DF254B204BE}"/>
          </ac:spMkLst>
        </pc:spChg>
        <pc:graphicFrameChg chg="add mod">
          <ac:chgData name="泰訓 金" userId="081c670b5a78d8c3" providerId="LiveId" clId="{69AB2309-5913-46CA-B0D3-8D658F074EE2}" dt="2026-09-12T15:57:48.205" v="1698"/>
          <ac:graphicFrameMkLst>
            <pc:docMk/>
            <pc:sldMk cId="259908968" sldId="263"/>
            <ac:graphicFrameMk id="66" creationId="{B4165EDA-EEDD-812F-40EB-4F0E8947E18B}"/>
          </ac:graphicFrameMkLst>
        </pc:graphicFrameChg>
        <pc:picChg chg="del">
          <ac:chgData name="泰訓 金" userId="081c670b5a78d8c3" providerId="LiveId" clId="{69AB2309-5913-46CA-B0D3-8D658F074EE2}" dt="2026-09-12T15:46:34.822" v="1235" actId="478"/>
          <ac:picMkLst>
            <pc:docMk/>
            <pc:sldMk cId="259908968" sldId="263"/>
            <ac:picMk id="6" creationId="{D5FCD50C-66ED-AE3A-9B47-36687C516C2D}"/>
          </ac:picMkLst>
        </pc:picChg>
        <pc:picChg chg="mod">
          <ac:chgData name="泰訓 金" userId="081c670b5a78d8c3" providerId="LiveId" clId="{69AB2309-5913-46CA-B0D3-8D658F074EE2}" dt="2026-09-12T15:48:16.449" v="1254" actId="1076"/>
          <ac:picMkLst>
            <pc:docMk/>
            <pc:sldMk cId="259908968" sldId="263"/>
            <ac:picMk id="13" creationId="{8570D385-59F8-E72F-5271-90D1E99ED8A6}"/>
          </ac:picMkLst>
        </pc:picChg>
        <pc:picChg chg="del">
          <ac:chgData name="泰訓 金" userId="081c670b5a78d8c3" providerId="LiveId" clId="{69AB2309-5913-46CA-B0D3-8D658F074EE2}" dt="2026-09-12T15:46:34.822" v="1235" actId="478"/>
          <ac:picMkLst>
            <pc:docMk/>
            <pc:sldMk cId="259908968" sldId="263"/>
            <ac:picMk id="18" creationId="{7DECD978-F280-0FF1-DCED-7932722B2772}"/>
          </ac:picMkLst>
        </pc:picChg>
        <pc:picChg chg="del">
          <ac:chgData name="泰訓 金" userId="081c670b5a78d8c3" providerId="LiveId" clId="{69AB2309-5913-46CA-B0D3-8D658F074EE2}" dt="2026-09-12T15:46:37.725" v="1236" actId="478"/>
          <ac:picMkLst>
            <pc:docMk/>
            <pc:sldMk cId="259908968" sldId="263"/>
            <ac:picMk id="25" creationId="{39EF53FD-0BC6-490E-5CEE-1E630237736C}"/>
          </ac:picMkLst>
        </pc:picChg>
        <pc:picChg chg="del">
          <ac:chgData name="泰訓 金" userId="081c670b5a78d8c3" providerId="LiveId" clId="{69AB2309-5913-46CA-B0D3-8D658F074EE2}" dt="2026-09-12T15:46:34.822" v="1235" actId="478"/>
          <ac:picMkLst>
            <pc:docMk/>
            <pc:sldMk cId="259908968" sldId="263"/>
            <ac:picMk id="30" creationId="{C3A446E3-798B-5EE3-E553-1B1160F4FCC2}"/>
          </ac:picMkLst>
        </pc:picChg>
        <pc:picChg chg="del">
          <ac:chgData name="泰訓 金" userId="081c670b5a78d8c3" providerId="LiveId" clId="{69AB2309-5913-46CA-B0D3-8D658F074EE2}" dt="2026-09-12T15:46:34.822" v="1235" actId="478"/>
          <ac:picMkLst>
            <pc:docMk/>
            <pc:sldMk cId="259908968" sldId="263"/>
            <ac:picMk id="33" creationId="{B84EB67C-F3FC-D4A1-8B9C-E4B717E414E3}"/>
          </ac:picMkLst>
        </pc:picChg>
        <pc:picChg chg="add del mod">
          <ac:chgData name="泰訓 金" userId="081c670b5a78d8c3" providerId="LiveId" clId="{69AB2309-5913-46CA-B0D3-8D658F074EE2}" dt="2026-09-12T15:56:44.873" v="1694" actId="478"/>
          <ac:picMkLst>
            <pc:docMk/>
            <pc:sldMk cId="259908968" sldId="263"/>
            <ac:picMk id="50" creationId="{DF628D44-183C-2433-9B6F-BE0BC868E82E}"/>
          </ac:picMkLst>
        </pc:picChg>
        <pc:picChg chg="add del mod">
          <ac:chgData name="泰訓 金" userId="081c670b5a78d8c3" providerId="LiveId" clId="{69AB2309-5913-46CA-B0D3-8D658F074EE2}" dt="2026-09-12T15:56:44.873" v="1694" actId="478"/>
          <ac:picMkLst>
            <pc:docMk/>
            <pc:sldMk cId="259908968" sldId="263"/>
            <ac:picMk id="52" creationId="{285C17EB-04E8-D509-FAD1-07C333534820}"/>
          </ac:picMkLst>
        </pc:picChg>
        <pc:picChg chg="add del mod">
          <ac:chgData name="泰訓 金" userId="081c670b5a78d8c3" providerId="LiveId" clId="{69AB2309-5913-46CA-B0D3-8D658F074EE2}" dt="2026-09-12T15:56:44.873" v="1694" actId="478"/>
          <ac:picMkLst>
            <pc:docMk/>
            <pc:sldMk cId="259908968" sldId="263"/>
            <ac:picMk id="54" creationId="{53E80D1B-A85C-42E2-F359-BD353279A593}"/>
          </ac:picMkLst>
        </pc:picChg>
        <pc:picChg chg="add del mod">
          <ac:chgData name="泰訓 金" userId="081c670b5a78d8c3" providerId="LiveId" clId="{69AB2309-5913-46CA-B0D3-8D658F074EE2}" dt="2026-09-12T15:56:44.873" v="1694" actId="478"/>
          <ac:picMkLst>
            <pc:docMk/>
            <pc:sldMk cId="259908968" sldId="263"/>
            <ac:picMk id="56" creationId="{4DCA36D2-44A3-7924-B184-41A4DFEC5AC4}"/>
          </ac:picMkLst>
        </pc:picChg>
        <pc:picChg chg="add">
          <ac:chgData name="泰訓 金" userId="081c670b5a78d8c3" providerId="LiveId" clId="{69AB2309-5913-46CA-B0D3-8D658F074EE2}" dt="2026-09-12T15:53:10.918" v="1468" actId="22"/>
          <ac:picMkLst>
            <pc:docMk/>
            <pc:sldMk cId="259908968" sldId="263"/>
            <ac:picMk id="65" creationId="{0BD31524-3D7C-0F02-F605-5D9F2BB4B81E}"/>
          </ac:picMkLst>
        </pc:picChg>
        <pc:cxnChg chg="add mod">
          <ac:chgData name="泰訓 金" userId="081c670b5a78d8c3" providerId="LiveId" clId="{69AB2309-5913-46CA-B0D3-8D658F074EE2}" dt="2026-09-12T15:59:09.764" v="1748" actId="14100"/>
          <ac:cxnSpMkLst>
            <pc:docMk/>
            <pc:sldMk cId="259908968" sldId="263"/>
            <ac:cxnSpMk id="69" creationId="{83D939E4-184C-68F6-6D37-0CA686B7622D}"/>
          </ac:cxnSpMkLst>
        </pc:cxnChg>
      </pc:sldChg>
      <pc:sldChg chg="addSp modSp add del mod">
        <pc:chgData name="泰訓 金" userId="081c670b5a78d8c3" providerId="LiveId" clId="{69AB2309-5913-46CA-B0D3-8D658F074EE2}" dt="2026-09-12T16:10:57.256" v="1834" actId="20577"/>
        <pc:sldMkLst>
          <pc:docMk/>
          <pc:sldMk cId="4081946581" sldId="264"/>
        </pc:sldMkLst>
        <pc:spChg chg="add mod">
          <ac:chgData name="泰訓 金" userId="081c670b5a78d8c3" providerId="LiveId" clId="{69AB2309-5913-46CA-B0D3-8D658F074EE2}" dt="2026-09-12T16:10:57.256" v="1834" actId="20577"/>
          <ac:spMkLst>
            <pc:docMk/>
            <pc:sldMk cId="4081946581" sldId="264"/>
            <ac:spMk id="3" creationId="{6023CCCF-52EC-273E-57E8-7B4E5C189044}"/>
          </ac:spMkLst>
        </pc:spChg>
        <pc:spChg chg="add">
          <ac:chgData name="泰訓 金" userId="081c670b5a78d8c3" providerId="LiveId" clId="{69AB2309-5913-46CA-B0D3-8D658F074EE2}" dt="2026-09-12T15:53:04.638" v="1466" actId="22"/>
          <ac:spMkLst>
            <pc:docMk/>
            <pc:sldMk cId="4081946581" sldId="264"/>
            <ac:spMk id="6" creationId="{10EDEBAF-B83D-8E7C-2782-67E9EB5181D4}"/>
          </ac:spMkLst>
        </pc:spChg>
        <pc:spChg chg="mod">
          <ac:chgData name="泰訓 金" userId="081c670b5a78d8c3" providerId="LiveId" clId="{69AB2309-5913-46CA-B0D3-8D658F074EE2}" dt="2026-09-12T16:10:53.207" v="1832" actId="20577"/>
          <ac:spMkLst>
            <pc:docMk/>
            <pc:sldMk cId="4081946581" sldId="264"/>
            <ac:spMk id="7" creationId="{C6DC2914-0CAB-605A-0A08-26A52BD72712}"/>
          </ac:spMkLst>
        </pc:spChg>
        <pc:picChg chg="add">
          <ac:chgData name="泰訓 金" userId="081c670b5a78d8c3" providerId="LiveId" clId="{69AB2309-5913-46CA-B0D3-8D658F074EE2}" dt="2026-09-12T15:53:04.638" v="1466" actId="22"/>
          <ac:picMkLst>
            <pc:docMk/>
            <pc:sldMk cId="4081946581" sldId="264"/>
            <ac:picMk id="14" creationId="{F526ED88-A082-CE2E-4BE6-499104EE264A}"/>
          </ac:picMkLst>
        </pc:picChg>
      </pc:sldChg>
      <pc:sldChg chg="add">
        <pc:chgData name="泰訓 金" userId="081c670b5a78d8c3" providerId="LiveId" clId="{69AB2309-5913-46CA-B0D3-8D658F074EE2}" dt="2026-09-12T15:55:43.319" v="1616"/>
        <pc:sldMkLst>
          <pc:docMk/>
          <pc:sldMk cId="691413066" sldId="265"/>
        </pc:sldMkLst>
      </pc:sldChg>
      <pc:sldMasterChg chg="setBg">
        <pc:chgData name="泰訓 金" userId="081c670b5a78d8c3" providerId="LiveId" clId="{69AB2309-5913-46CA-B0D3-8D658F074EE2}" dt="2026-09-12T15:23:04.749" v="890"/>
        <pc:sldMasterMkLst>
          <pc:docMk/>
          <pc:sldMasterMk cId="2538702892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A505-4C38-E46D-FF32-9D7148A2A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29590-8E11-C2D3-AB69-31C5FA6CD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7BCAF-CB30-46CC-EA50-9472E1174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4A64-128B-47DF-B36A-DACE847289D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CCAB5-C8E7-7C6F-7311-542DC2E69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E95D6-8F2C-2665-82D5-B42ADDEB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BE5B-3D50-442A-A63D-5B902F686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37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C93F6-344F-813E-C583-9268D94EA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FB69A-16D2-8ACF-94C3-9B0328C7C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A8A39-1C47-5641-66B3-98ABBB3F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4A64-128B-47DF-B36A-DACE847289D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75BF4-543E-3D21-4AAA-77E4CB7C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81123-3C9A-F110-E172-C0B2EFCF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BE5B-3D50-442A-A63D-5B902F686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38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EBFC1-10BC-CD69-52B1-CE90992FD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28573-ECA8-B2D0-430F-7503C9EA2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C0D59-E5D2-6BC8-2A04-9843C85E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4A64-128B-47DF-B36A-DACE847289D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C9BD5-E1D1-7BBA-3FDA-428BFEA86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8D8C4-F097-B322-970E-97E5D56F5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BE5B-3D50-442A-A63D-5B902F686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411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4FED-D954-F67F-C44A-09E8F6387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6F2C0-3271-2010-4D16-8CC42058CF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46A0E-16A2-E83E-0ADA-3BC488652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E708C-775A-B34B-41CC-B67D417F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4A64-128B-47DF-B36A-DACE847289D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EA919-C19C-03EE-BB2F-07523369C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C73EE-C092-3A31-4828-84791842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BE5B-3D50-442A-A63D-5B902F686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9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A95F1-9686-9BDB-3B18-51F6C3ADF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9F23C-3DC5-8380-5989-F91CB2ACA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30516-666B-5FF1-072A-757D3AEF5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D8643F-F248-C7FD-56B1-7B92683F2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61330-1386-6775-57C0-33177B0B3A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7AB930-538E-DC06-0ECB-D163B3217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4A64-128B-47DF-B36A-DACE847289D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F17B06-EA50-101A-88E0-E94C7937E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4D4788-F59C-AC0E-D285-F4B5F1760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BE5B-3D50-442A-A63D-5B902F686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84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A22F-6997-C270-B2DD-F0ABFB14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22208-57CB-E154-F528-C925FD9E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4A64-128B-47DF-B36A-DACE847289D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E1AEF-1FFC-D0A3-FFFA-E09DD5AC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4AF87-ED5B-625F-61B3-ED71D2E3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BE5B-3D50-442A-A63D-5B902F686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35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0A3556-35F0-0FA9-DDF3-01B0CDFD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4A64-128B-47DF-B36A-DACE847289D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4C8436-B352-D070-0D40-FDB2A1B7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023E9-2E74-AEBC-539D-6D464F61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BE5B-3D50-442A-A63D-5B902F686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2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98F36-35F8-9358-3D4F-72E6E926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D4C2A-7A79-61E3-A6E3-6CCB8C485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40F0A-B7DF-E580-F327-A97F36979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E48F5-0D4C-3A44-C879-22B360B1E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4A64-128B-47DF-B36A-DACE847289D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04DC6-63C9-5436-5FB5-FA86F7D0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DF771-A856-4D6E-54EB-5C6D371A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BE5B-3D50-442A-A63D-5B902F686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9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66B88-5958-7F2C-3818-EB23FF30D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39EC0D-7229-4F18-EF1D-E8FCA6612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32908-E02F-9FFE-8431-AD89D0DDC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FF526-8C63-D256-A8D4-29DC8850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4A64-128B-47DF-B36A-DACE847289D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3AAD7-21EB-7B5D-33B3-8EEC87B4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0E002-1E78-6B36-BEA4-0187B296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BE5B-3D50-442A-A63D-5B902F686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66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3BFE9-195E-84D9-05D0-416F722DA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191D2-B5DF-DA7B-D480-805FA3F52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7A5E3-4A74-2C08-136E-7B891E6D3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4A64-128B-47DF-B36A-DACE847289D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BE5F2-162D-B544-F001-1FC4F5B6F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B6E2-9EF1-4B61-0CA2-D89533C5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BE5B-3D50-442A-A63D-5B902F686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6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BFB476-C567-20AD-686B-95A90E49D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E92C3-7B20-9C89-19B5-FBCF42B6A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66791-465E-5AC4-6080-B07EC64D7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4A64-128B-47DF-B36A-DACE847289D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0583A-7560-9E78-26F2-87AF8ECCE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F8A3A-6480-C23C-4142-41157A3C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BE5B-3D50-442A-A63D-5B902F686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02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9E2D56-7B9F-41FF-9548-079AEB267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29B77-A403-FF2E-2787-270A0DDD9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DF22C-0022-59EC-791F-790DA7780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C64A64-128B-47DF-B36A-DACE847289D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82A72-53A9-428C-A040-8426A3F5D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4DE2A-CA52-1692-BBF6-3CEAB6980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3EBE5B-3D50-442A-A63D-5B902F686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0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sv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5" Type="http://schemas.openxmlformats.org/officeDocument/2006/relationships/image" Target="../media/image6.sv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e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C1A2-15F2-BA01-F1DF-1485AD91E7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 image per each flow chart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A7254B-6943-77BF-FE08-5FEAC70A9D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08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EBD6D-A791-A737-7DA1-3B6674802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he image depicts a modern indoor gym or martial arts training facility with a black matting floor, featuring the ZEBA logo prominently displayed on the walls.&#10;&#10;AI-generated content may be incorrect.">
            <a:extLst>
              <a:ext uri="{FF2B5EF4-FFF2-40B4-BE49-F238E27FC236}">
                <a16:creationId xmlns:a16="http://schemas.microsoft.com/office/drawing/2014/main" id="{30787A68-C472-EBD5-6FED-68ECEC8D9A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A3E2D7-26E7-A0A6-CAB7-0BFF4FC3A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74" y="141286"/>
            <a:ext cx="10515600" cy="1325563"/>
          </a:xfrm>
        </p:spPr>
        <p:txBody>
          <a:bodyPr/>
          <a:lstStyle/>
          <a:p>
            <a:r>
              <a:rPr lang="en-US" dirty="0"/>
              <a:t>Welcome to Kick boxing Expert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73462-57A4-5294-72F3-479194E90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96680" y="4798222"/>
            <a:ext cx="5157787" cy="823912"/>
          </a:xfrm>
        </p:spPr>
        <p:txBody>
          <a:bodyPr/>
          <a:lstStyle/>
          <a:p>
            <a:r>
              <a:rPr lang="en-US" altLang="ja-JP" dirty="0"/>
              <a:t>Instructor</a:t>
            </a:r>
            <a:endParaRPr lang="en-US" dirty="0"/>
          </a:p>
        </p:txBody>
      </p:sp>
      <p:pic>
        <p:nvPicPr>
          <p:cNvPr id="8" name="Content Placeholder 7" descr="Qr Code with solid fill">
            <a:extLst>
              <a:ext uri="{FF2B5EF4-FFF2-40B4-BE49-F238E27FC236}">
                <a16:creationId xmlns:a16="http://schemas.microsoft.com/office/drawing/2014/main" id="{517DEB50-65D3-0B3D-8A3A-E50542D94E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5481" y="5802314"/>
            <a:ext cx="914400" cy="9144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880220-1220-A406-1F3C-6CF664ED6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556017" y="5189142"/>
            <a:ext cx="2267712" cy="447675"/>
          </a:xfrm>
        </p:spPr>
        <p:txBody>
          <a:bodyPr/>
          <a:lstStyle/>
          <a:p>
            <a:r>
              <a:rPr lang="en-US" dirty="0"/>
              <a:t>Member</a:t>
            </a:r>
          </a:p>
        </p:txBody>
      </p:sp>
      <p:pic>
        <p:nvPicPr>
          <p:cNvPr id="9" name="Content Placeholder 7" descr="Qr Code with solid fill">
            <a:extLst>
              <a:ext uri="{FF2B5EF4-FFF2-40B4-BE49-F238E27FC236}">
                <a16:creationId xmlns:a16="http://schemas.microsoft.com/office/drawing/2014/main" id="{48CC0B16-0E99-845A-7657-D920ADA9AE1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5473" y="5763420"/>
            <a:ext cx="914400" cy="914400"/>
          </a:xfrm>
        </p:spPr>
      </p:pic>
      <p:pic>
        <p:nvPicPr>
          <p:cNvPr id="15" name="Picture 14" descr="Masaya Kubo | Fighter Page | Tapology">
            <a:extLst>
              <a:ext uri="{FF2B5EF4-FFF2-40B4-BE49-F238E27FC236}">
                <a16:creationId xmlns:a16="http://schemas.microsoft.com/office/drawing/2014/main" id="{AE0E4791-7902-0225-9E49-BAE9EB6BF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946" y="1866900"/>
            <a:ext cx="3124200" cy="3124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E5AB27D-5F7A-5696-D45B-79304296DB2B}"/>
              </a:ext>
            </a:extLst>
          </p:cNvPr>
          <p:cNvSpPr txBox="1"/>
          <p:nvPr/>
        </p:nvSpPr>
        <p:spPr>
          <a:xfrm>
            <a:off x="1763396" y="1317624"/>
            <a:ext cx="278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Instructor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F43939-CE14-1902-9186-F60034AD5AE0}"/>
              </a:ext>
            </a:extLst>
          </p:cNvPr>
          <p:cNvSpPr txBox="1"/>
          <p:nvPr/>
        </p:nvSpPr>
        <p:spPr>
          <a:xfrm>
            <a:off x="7774717" y="1317624"/>
            <a:ext cx="278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Member</a:t>
            </a:r>
          </a:p>
        </p:txBody>
      </p:sp>
      <p:pic>
        <p:nvPicPr>
          <p:cNvPr id="21" name="Graphic 20" descr="Boxing Glove with solid fill">
            <a:extLst>
              <a:ext uri="{FF2B5EF4-FFF2-40B4-BE49-F238E27FC236}">
                <a16:creationId xmlns:a16="http://schemas.microsoft.com/office/drawing/2014/main" id="{5D49899A-1CCD-5D43-503B-1D046C91D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8090" y="1760935"/>
            <a:ext cx="2817180" cy="281718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33D7177-0EE0-648C-6343-B70F3A6A62D7}"/>
              </a:ext>
            </a:extLst>
          </p:cNvPr>
          <p:cNvSpPr txBox="1"/>
          <p:nvPr/>
        </p:nvSpPr>
        <p:spPr>
          <a:xfrm>
            <a:off x="9165367" y="57944"/>
            <a:ext cx="306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TIME:HH:MM:SS(Real Time)</a:t>
            </a:r>
          </a:p>
          <a:p>
            <a:r>
              <a:rPr lang="en-US" dirty="0"/>
              <a:t>12 hours setting</a:t>
            </a:r>
          </a:p>
        </p:txBody>
      </p:sp>
    </p:spTree>
    <p:extLst>
      <p:ext uri="{BB962C8B-B14F-4D97-AF65-F5344CB8AC3E}">
        <p14:creationId xmlns:p14="http://schemas.microsoft.com/office/powerpoint/2010/main" val="924601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2BAF9-C02A-3129-737D-3D6F0AEC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he image depicts a modern indoor gym or martial arts training facility with a black matting floor, featuring the ZEBA logo prominently displayed on the walls.&#10;&#10;AI-generated content may be incorrect.">
            <a:extLst>
              <a:ext uri="{FF2B5EF4-FFF2-40B4-BE49-F238E27FC236}">
                <a16:creationId xmlns:a16="http://schemas.microsoft.com/office/drawing/2014/main" id="{1B1F6C36-135A-E1B2-3F4F-6211FE0836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F5B910-C601-F77C-004A-8D34528A8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74" y="141286"/>
            <a:ext cx="4096226" cy="1325563"/>
          </a:xfrm>
        </p:spPr>
        <p:txBody>
          <a:bodyPr/>
          <a:lstStyle/>
          <a:p>
            <a:r>
              <a:rPr lang="en-US" dirty="0"/>
              <a:t>Instructor 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AE9AA-0211-7E0B-7779-5194723CC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96680" y="4798222"/>
            <a:ext cx="5157787" cy="823912"/>
          </a:xfrm>
        </p:spPr>
        <p:txBody>
          <a:bodyPr/>
          <a:lstStyle/>
          <a:p>
            <a:r>
              <a:rPr lang="en-US" altLang="ja-JP" dirty="0"/>
              <a:t>Instructor</a:t>
            </a:r>
            <a:endParaRPr lang="en-US" dirty="0"/>
          </a:p>
        </p:txBody>
      </p:sp>
      <p:pic>
        <p:nvPicPr>
          <p:cNvPr id="8" name="Content Placeholder 7" descr="Qr Code with solid fill">
            <a:extLst>
              <a:ext uri="{FF2B5EF4-FFF2-40B4-BE49-F238E27FC236}">
                <a16:creationId xmlns:a16="http://schemas.microsoft.com/office/drawing/2014/main" id="{807E118A-E5CB-1F8D-2659-A3CE7C5883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5481" y="5802314"/>
            <a:ext cx="914400" cy="9144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80A8F-3EA3-9DFA-F221-C9D792C42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556017" y="5189142"/>
            <a:ext cx="2267712" cy="447675"/>
          </a:xfrm>
        </p:spPr>
        <p:txBody>
          <a:bodyPr/>
          <a:lstStyle/>
          <a:p>
            <a:r>
              <a:rPr lang="en-US" dirty="0"/>
              <a:t>Member</a:t>
            </a:r>
          </a:p>
        </p:txBody>
      </p:sp>
      <p:pic>
        <p:nvPicPr>
          <p:cNvPr id="9" name="Content Placeholder 7" descr="Qr Code with solid fill">
            <a:extLst>
              <a:ext uri="{FF2B5EF4-FFF2-40B4-BE49-F238E27FC236}">
                <a16:creationId xmlns:a16="http://schemas.microsoft.com/office/drawing/2014/main" id="{7EF830CE-9CB9-C76A-0873-05C8620C3D4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5473" y="5763420"/>
            <a:ext cx="914400" cy="914400"/>
          </a:xfrm>
        </p:spPr>
      </p:pic>
      <p:pic>
        <p:nvPicPr>
          <p:cNvPr id="6" name="Picture 5" descr="Close-up of boxing ring with crowd">
            <a:extLst>
              <a:ext uri="{FF2B5EF4-FFF2-40B4-BE49-F238E27FC236}">
                <a16:creationId xmlns:a16="http://schemas.microsoft.com/office/drawing/2014/main" id="{B8F05DC4-E939-AE2E-72D3-F9E01A0387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74" y="2630957"/>
            <a:ext cx="2063193" cy="14442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3D877E-F7FC-08D7-D333-A06CF85552CE}"/>
              </a:ext>
            </a:extLst>
          </p:cNvPr>
          <p:cNvSpPr txBox="1"/>
          <p:nvPr/>
        </p:nvSpPr>
        <p:spPr>
          <a:xfrm>
            <a:off x="9165367" y="57944"/>
            <a:ext cx="306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TIME:HH:MM:SS(Real Time)</a:t>
            </a:r>
          </a:p>
          <a:p>
            <a:r>
              <a:rPr lang="en-US" dirty="0"/>
              <a:t>12 hours setting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B5571-2BD6-1E10-80A7-F2D23A25D696}"/>
              </a:ext>
            </a:extLst>
          </p:cNvPr>
          <p:cNvSpPr txBox="1"/>
          <p:nvPr/>
        </p:nvSpPr>
        <p:spPr>
          <a:xfrm>
            <a:off x="362833" y="2015351"/>
            <a:ext cx="1920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Sparring Status</a:t>
            </a:r>
          </a:p>
        </p:txBody>
      </p:sp>
      <p:pic>
        <p:nvPicPr>
          <p:cNvPr id="18" name="Graphic 17" descr="Gears with solid fill">
            <a:extLst>
              <a:ext uri="{FF2B5EF4-FFF2-40B4-BE49-F238E27FC236}">
                <a16:creationId xmlns:a16="http://schemas.microsoft.com/office/drawing/2014/main" id="{99850377-68F6-DABC-F89B-91C39A92BC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06966" y="2603716"/>
            <a:ext cx="1498717" cy="14987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626060-278E-7BD5-873C-B7412EFBD6DB}"/>
              </a:ext>
            </a:extLst>
          </p:cNvPr>
          <p:cNvSpPr txBox="1"/>
          <p:nvPr/>
        </p:nvSpPr>
        <p:spPr>
          <a:xfrm>
            <a:off x="3314700" y="2015351"/>
            <a:ext cx="1920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Set up</a:t>
            </a:r>
          </a:p>
        </p:txBody>
      </p:sp>
      <p:pic>
        <p:nvPicPr>
          <p:cNvPr id="25" name="Graphic 24" descr="Boxing Glove with solid fill">
            <a:extLst>
              <a:ext uri="{FF2B5EF4-FFF2-40B4-BE49-F238E27FC236}">
                <a16:creationId xmlns:a16="http://schemas.microsoft.com/office/drawing/2014/main" id="{3B69EF9A-B6D1-7228-6227-5E5EE2700E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5901" y="2384683"/>
            <a:ext cx="1945752" cy="194575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F4DFF72-3D6D-1681-D3FE-692C39BC36D5}"/>
              </a:ext>
            </a:extLst>
          </p:cNvPr>
          <p:cNvSpPr txBox="1"/>
          <p:nvPr/>
        </p:nvSpPr>
        <p:spPr>
          <a:xfrm>
            <a:off x="7975030" y="2019836"/>
            <a:ext cx="1920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Join the Sparring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26AA22-81DA-5FEA-DDC2-24BB7E5C7071}"/>
              </a:ext>
            </a:extLst>
          </p:cNvPr>
          <p:cNvSpPr txBox="1"/>
          <p:nvPr/>
        </p:nvSpPr>
        <p:spPr>
          <a:xfrm>
            <a:off x="5547771" y="1876852"/>
            <a:ext cx="1920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up Sparring Member</a:t>
            </a:r>
          </a:p>
        </p:txBody>
      </p:sp>
      <p:pic>
        <p:nvPicPr>
          <p:cNvPr id="30" name="Graphic 29" descr="Address Book with solid fill">
            <a:extLst>
              <a:ext uri="{FF2B5EF4-FFF2-40B4-BE49-F238E27FC236}">
                <a16:creationId xmlns:a16="http://schemas.microsoft.com/office/drawing/2014/main" id="{EAFF3683-6706-E0E0-1C12-1C97AD3F54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00995" y="2592415"/>
            <a:ext cx="1521319" cy="1521319"/>
          </a:xfrm>
          <a:prstGeom prst="rect">
            <a:avLst/>
          </a:prstGeom>
        </p:spPr>
      </p:pic>
      <p:pic>
        <p:nvPicPr>
          <p:cNvPr id="33" name="Graphic 32" descr="Wave Gesture with solid fill">
            <a:extLst>
              <a:ext uri="{FF2B5EF4-FFF2-40B4-BE49-F238E27FC236}">
                <a16:creationId xmlns:a16="http://schemas.microsoft.com/office/drawing/2014/main" id="{D5040E9E-D770-E286-53FA-BED8467915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35247" y="2662149"/>
            <a:ext cx="1381850" cy="13818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4E4525E-BE0D-DAA7-D47C-8197036E67D6}"/>
              </a:ext>
            </a:extLst>
          </p:cNvPr>
          <p:cNvSpPr txBox="1"/>
          <p:nvPr/>
        </p:nvSpPr>
        <p:spPr>
          <a:xfrm>
            <a:off x="10042429" y="2015351"/>
            <a:ext cx="1920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Quite</a:t>
            </a:r>
          </a:p>
        </p:txBody>
      </p:sp>
    </p:spTree>
    <p:extLst>
      <p:ext uri="{BB962C8B-B14F-4D97-AF65-F5344CB8AC3E}">
        <p14:creationId xmlns:p14="http://schemas.microsoft.com/office/powerpoint/2010/main" val="3287186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8A376-32C4-E613-24FD-B4CC957D6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he image depicts a modern indoor gym or martial arts training facility with a black matting floor, featuring the ZEBA logo prominently displayed on the walls.&#10;&#10;AI-generated content may be incorrect.">
            <a:extLst>
              <a:ext uri="{FF2B5EF4-FFF2-40B4-BE49-F238E27FC236}">
                <a16:creationId xmlns:a16="http://schemas.microsoft.com/office/drawing/2014/main" id="{F0880B71-F9CF-1CD7-E783-66C08D7B38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59226FFD-72E9-B5F2-F8B4-B7809FDDE4A2}"/>
              </a:ext>
            </a:extLst>
          </p:cNvPr>
          <p:cNvSpPr/>
          <p:nvPr/>
        </p:nvSpPr>
        <p:spPr>
          <a:xfrm>
            <a:off x="5688930" y="1200209"/>
            <a:ext cx="6445920" cy="10799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Round :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BD963F1-D8F7-DD58-0A8F-B7507A816C34}"/>
              </a:ext>
            </a:extLst>
          </p:cNvPr>
          <p:cNvSpPr/>
          <p:nvPr/>
        </p:nvSpPr>
        <p:spPr>
          <a:xfrm>
            <a:off x="0" y="1206500"/>
            <a:ext cx="5631780" cy="565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2EF2C7F-5308-7CAC-57D4-FE901D4F1730}"/>
              </a:ext>
            </a:extLst>
          </p:cNvPr>
          <p:cNvSpPr/>
          <p:nvPr/>
        </p:nvSpPr>
        <p:spPr>
          <a:xfrm>
            <a:off x="354545" y="2111376"/>
            <a:ext cx="3595155" cy="8121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37355-03E9-EC2E-B810-58A205D4B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74" y="141286"/>
            <a:ext cx="4096226" cy="1325563"/>
          </a:xfrm>
        </p:spPr>
        <p:txBody>
          <a:bodyPr/>
          <a:lstStyle/>
          <a:p>
            <a:r>
              <a:rPr lang="en-US" dirty="0"/>
              <a:t>Sparring Status</a:t>
            </a:r>
          </a:p>
        </p:txBody>
      </p:sp>
      <p:pic>
        <p:nvPicPr>
          <p:cNvPr id="8" name="Content Placeholder 7" descr="Qr Code with solid fill">
            <a:extLst>
              <a:ext uri="{FF2B5EF4-FFF2-40B4-BE49-F238E27FC236}">
                <a16:creationId xmlns:a16="http://schemas.microsoft.com/office/drawing/2014/main" id="{CF56FBCB-4CA6-F7D7-BF7E-AEF4E3C374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5481" y="5802314"/>
            <a:ext cx="914400" cy="9144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37C321-2565-A4A3-ED04-E6E214E7B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775473" y="5529166"/>
            <a:ext cx="2267712" cy="31505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Member</a:t>
            </a:r>
          </a:p>
        </p:txBody>
      </p:sp>
      <p:pic>
        <p:nvPicPr>
          <p:cNvPr id="9" name="Content Placeholder 7" descr="Qr Code with solid fill">
            <a:extLst>
              <a:ext uri="{FF2B5EF4-FFF2-40B4-BE49-F238E27FC236}">
                <a16:creationId xmlns:a16="http://schemas.microsoft.com/office/drawing/2014/main" id="{9F6280F2-ACE9-6B2C-FD21-A9F90F238CC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5473" y="5763420"/>
            <a:ext cx="914400" cy="9144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E13C07-566E-7668-CF8B-C78EF91E3DE7}"/>
              </a:ext>
            </a:extLst>
          </p:cNvPr>
          <p:cNvSpPr txBox="1"/>
          <p:nvPr/>
        </p:nvSpPr>
        <p:spPr>
          <a:xfrm>
            <a:off x="9165367" y="57944"/>
            <a:ext cx="306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TIME:HH:MM:SS(Real Time)</a:t>
            </a:r>
          </a:p>
          <a:p>
            <a:r>
              <a:rPr lang="en-US" dirty="0"/>
              <a:t>12 hours setting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26C853-4124-6339-ABD8-FA5C708CE956}"/>
              </a:ext>
            </a:extLst>
          </p:cNvPr>
          <p:cNvSpPr txBox="1"/>
          <p:nvPr/>
        </p:nvSpPr>
        <p:spPr>
          <a:xfrm>
            <a:off x="0" y="1433636"/>
            <a:ext cx="6576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Remaining TIME: MM:SS(Sparring time)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27AF2D-A87B-9450-8F76-BB37DA4B733A}"/>
              </a:ext>
            </a:extLst>
          </p:cNvPr>
          <p:cNvSpPr/>
          <p:nvPr/>
        </p:nvSpPr>
        <p:spPr>
          <a:xfrm>
            <a:off x="5802404" y="1661874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1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14E9CD-7D32-CC7E-A37D-7D18B56E3095}"/>
              </a:ext>
            </a:extLst>
          </p:cNvPr>
          <p:cNvSpPr/>
          <p:nvPr/>
        </p:nvSpPr>
        <p:spPr>
          <a:xfrm>
            <a:off x="634474" y="2463801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473DA7-24EA-0BC3-E869-3516FA15E34D}"/>
              </a:ext>
            </a:extLst>
          </p:cNvPr>
          <p:cNvSpPr/>
          <p:nvPr/>
        </p:nvSpPr>
        <p:spPr>
          <a:xfrm>
            <a:off x="2751811" y="2463801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6390B2-30B6-78BE-354F-5724C73CDE37}"/>
              </a:ext>
            </a:extLst>
          </p:cNvPr>
          <p:cNvSpPr/>
          <p:nvPr/>
        </p:nvSpPr>
        <p:spPr>
          <a:xfrm>
            <a:off x="1891821" y="2463801"/>
            <a:ext cx="639520" cy="321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AA87DB-DC5C-1482-BC71-ED55C37ECBFB}"/>
              </a:ext>
            </a:extLst>
          </p:cNvPr>
          <p:cNvSpPr/>
          <p:nvPr/>
        </p:nvSpPr>
        <p:spPr>
          <a:xfrm>
            <a:off x="354545" y="3350321"/>
            <a:ext cx="3595155" cy="8121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95B568-8F76-7431-AFF0-6568E5A5F2CC}"/>
              </a:ext>
            </a:extLst>
          </p:cNvPr>
          <p:cNvSpPr/>
          <p:nvPr/>
        </p:nvSpPr>
        <p:spPr>
          <a:xfrm>
            <a:off x="634474" y="3706194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27C6D2-DDBF-2168-4031-39FCC7E2E7A2}"/>
              </a:ext>
            </a:extLst>
          </p:cNvPr>
          <p:cNvSpPr/>
          <p:nvPr/>
        </p:nvSpPr>
        <p:spPr>
          <a:xfrm>
            <a:off x="2751811" y="3706194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F065FF-23C5-C519-EE2E-2EDEFAD3F580}"/>
              </a:ext>
            </a:extLst>
          </p:cNvPr>
          <p:cNvSpPr/>
          <p:nvPr/>
        </p:nvSpPr>
        <p:spPr>
          <a:xfrm>
            <a:off x="1891821" y="3706194"/>
            <a:ext cx="639520" cy="321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FD9D0C-BD04-FED0-0DF0-E381A71AA85A}"/>
              </a:ext>
            </a:extLst>
          </p:cNvPr>
          <p:cNvSpPr/>
          <p:nvPr/>
        </p:nvSpPr>
        <p:spPr>
          <a:xfrm>
            <a:off x="354545" y="4518297"/>
            <a:ext cx="3595155" cy="886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6E890E-18C1-5753-CA25-9EF11D41D1E4}"/>
              </a:ext>
            </a:extLst>
          </p:cNvPr>
          <p:cNvSpPr/>
          <p:nvPr/>
        </p:nvSpPr>
        <p:spPr>
          <a:xfrm>
            <a:off x="634474" y="4948587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86726E-319F-8271-4788-28251A5E10C5}"/>
              </a:ext>
            </a:extLst>
          </p:cNvPr>
          <p:cNvSpPr/>
          <p:nvPr/>
        </p:nvSpPr>
        <p:spPr>
          <a:xfrm>
            <a:off x="2751811" y="4948587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4E63E3-4FB8-C113-D2A9-53B468A5EB0A}"/>
              </a:ext>
            </a:extLst>
          </p:cNvPr>
          <p:cNvSpPr/>
          <p:nvPr/>
        </p:nvSpPr>
        <p:spPr>
          <a:xfrm>
            <a:off x="1891821" y="4948587"/>
            <a:ext cx="639520" cy="321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84CD07-8058-139C-754D-B2BDE382EA4C}"/>
              </a:ext>
            </a:extLst>
          </p:cNvPr>
          <p:cNvSpPr/>
          <p:nvPr/>
        </p:nvSpPr>
        <p:spPr>
          <a:xfrm>
            <a:off x="354545" y="5760690"/>
            <a:ext cx="3595155" cy="886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4D35D08-C77F-DEAC-6883-E402A5BFF9DD}"/>
              </a:ext>
            </a:extLst>
          </p:cNvPr>
          <p:cNvSpPr/>
          <p:nvPr/>
        </p:nvSpPr>
        <p:spPr>
          <a:xfrm>
            <a:off x="634474" y="6190980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C035219-4316-AC18-0289-723BF6E669DF}"/>
              </a:ext>
            </a:extLst>
          </p:cNvPr>
          <p:cNvSpPr/>
          <p:nvPr/>
        </p:nvSpPr>
        <p:spPr>
          <a:xfrm>
            <a:off x="2751811" y="6190980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AB12F74-F621-0239-4379-89CCE902659A}"/>
              </a:ext>
            </a:extLst>
          </p:cNvPr>
          <p:cNvSpPr/>
          <p:nvPr/>
        </p:nvSpPr>
        <p:spPr>
          <a:xfrm>
            <a:off x="1891821" y="6190980"/>
            <a:ext cx="639520" cy="321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0146626-8D96-83A9-4F4C-7CED7AFCF6FE}"/>
              </a:ext>
            </a:extLst>
          </p:cNvPr>
          <p:cNvSpPr/>
          <p:nvPr/>
        </p:nvSpPr>
        <p:spPr>
          <a:xfrm>
            <a:off x="7384502" y="1661874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2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DD40FE3-F48B-7259-0171-EAD470EF0566}"/>
              </a:ext>
            </a:extLst>
          </p:cNvPr>
          <p:cNvSpPr/>
          <p:nvPr/>
        </p:nvSpPr>
        <p:spPr>
          <a:xfrm>
            <a:off x="8966600" y="1661874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3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63E706A-D230-C889-E656-DCEB566DB7DC}"/>
              </a:ext>
            </a:extLst>
          </p:cNvPr>
          <p:cNvSpPr/>
          <p:nvPr/>
        </p:nvSpPr>
        <p:spPr>
          <a:xfrm>
            <a:off x="10548699" y="1661874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4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E824B5-56B7-80A9-EE76-D0FBC96ACF14}"/>
              </a:ext>
            </a:extLst>
          </p:cNvPr>
          <p:cNvSpPr txBox="1"/>
          <p:nvPr/>
        </p:nvSpPr>
        <p:spPr>
          <a:xfrm>
            <a:off x="0" y="1136574"/>
            <a:ext cx="6576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Round :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A33C3C7-5FDE-151C-6EDA-43792909DA4A}"/>
              </a:ext>
            </a:extLst>
          </p:cNvPr>
          <p:cNvSpPr/>
          <p:nvPr/>
        </p:nvSpPr>
        <p:spPr>
          <a:xfrm>
            <a:off x="5688930" y="2420380"/>
            <a:ext cx="6445920" cy="10799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Round :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1DA0D2-A504-1048-C70E-F3E9235DB50A}"/>
              </a:ext>
            </a:extLst>
          </p:cNvPr>
          <p:cNvSpPr/>
          <p:nvPr/>
        </p:nvSpPr>
        <p:spPr>
          <a:xfrm>
            <a:off x="5802404" y="2882045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1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BB492A4-C12F-9A1A-289B-D23EB9E5A840}"/>
              </a:ext>
            </a:extLst>
          </p:cNvPr>
          <p:cNvSpPr/>
          <p:nvPr/>
        </p:nvSpPr>
        <p:spPr>
          <a:xfrm>
            <a:off x="7384502" y="2882045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2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C3E6FFC-BEA6-EEA0-4DDD-3751899B15F2}"/>
              </a:ext>
            </a:extLst>
          </p:cNvPr>
          <p:cNvSpPr/>
          <p:nvPr/>
        </p:nvSpPr>
        <p:spPr>
          <a:xfrm>
            <a:off x="8966600" y="2882045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3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66BAA3A-A47D-681E-71DB-A999DC154090}"/>
              </a:ext>
            </a:extLst>
          </p:cNvPr>
          <p:cNvSpPr/>
          <p:nvPr/>
        </p:nvSpPr>
        <p:spPr>
          <a:xfrm>
            <a:off x="10548699" y="2882045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4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CD17302-AE3B-F5E2-17AF-845375D80519}"/>
              </a:ext>
            </a:extLst>
          </p:cNvPr>
          <p:cNvSpPr/>
          <p:nvPr/>
        </p:nvSpPr>
        <p:spPr>
          <a:xfrm>
            <a:off x="5688930" y="3675183"/>
            <a:ext cx="6445920" cy="10799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Round :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3480520-AD94-061A-AE6E-FE02BE79C60A}"/>
              </a:ext>
            </a:extLst>
          </p:cNvPr>
          <p:cNvSpPr/>
          <p:nvPr/>
        </p:nvSpPr>
        <p:spPr>
          <a:xfrm>
            <a:off x="5802404" y="4112091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1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9ACFC5A-C758-271A-E5A8-7415DDAABB1A}"/>
              </a:ext>
            </a:extLst>
          </p:cNvPr>
          <p:cNvSpPr/>
          <p:nvPr/>
        </p:nvSpPr>
        <p:spPr>
          <a:xfrm>
            <a:off x="7384502" y="4112091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2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B63A8A-605A-30CE-2E08-3AFDC412094F}"/>
              </a:ext>
            </a:extLst>
          </p:cNvPr>
          <p:cNvSpPr/>
          <p:nvPr/>
        </p:nvSpPr>
        <p:spPr>
          <a:xfrm>
            <a:off x="8942879" y="4110209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3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612D7CC-14C4-FC64-419F-BF92A4CB2FE1}"/>
              </a:ext>
            </a:extLst>
          </p:cNvPr>
          <p:cNvSpPr/>
          <p:nvPr/>
        </p:nvSpPr>
        <p:spPr>
          <a:xfrm>
            <a:off x="10548699" y="4112091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4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5B978238-94B4-865F-CF46-5477A9823852}"/>
              </a:ext>
            </a:extLst>
          </p:cNvPr>
          <p:cNvSpPr txBox="1">
            <a:spLocks/>
          </p:cNvSpPr>
          <p:nvPr/>
        </p:nvSpPr>
        <p:spPr>
          <a:xfrm>
            <a:off x="9414843" y="5529166"/>
            <a:ext cx="1281732" cy="3150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Instructor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3811781-55FD-571D-53EB-6CB253E3CA89}"/>
              </a:ext>
            </a:extLst>
          </p:cNvPr>
          <p:cNvSpPr/>
          <p:nvPr/>
        </p:nvSpPr>
        <p:spPr>
          <a:xfrm>
            <a:off x="3213100" y="1895301"/>
            <a:ext cx="8001000" cy="3423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Ready to go?</a:t>
            </a:r>
          </a:p>
          <a:p>
            <a:pPr algn="ctr"/>
            <a:r>
              <a:rPr lang="en-US" dirty="0"/>
              <a:t>&lt;Sparring sessions will be complete around : HH:MM&gt;</a:t>
            </a:r>
          </a:p>
          <a:p>
            <a:pPr algn="ctr"/>
            <a:r>
              <a:rPr lang="en-US" dirty="0"/>
              <a:t>&lt;Pop up every round completes&gt;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806B03-D6A8-4609-11B6-74771C1EF116}"/>
              </a:ext>
            </a:extLst>
          </p:cNvPr>
          <p:cNvSpPr/>
          <p:nvPr/>
        </p:nvSpPr>
        <p:spPr>
          <a:xfrm>
            <a:off x="4170165" y="4156971"/>
            <a:ext cx="2780163" cy="101838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9D734B-5E5A-2A62-6390-E826BA819952}"/>
              </a:ext>
            </a:extLst>
          </p:cNvPr>
          <p:cNvSpPr/>
          <p:nvPr/>
        </p:nvSpPr>
        <p:spPr>
          <a:xfrm>
            <a:off x="7699848" y="4156971"/>
            <a:ext cx="2780163" cy="10183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95A7D9A-FEAE-8E87-996B-07A31D23FC28}"/>
              </a:ext>
            </a:extLst>
          </p:cNvPr>
          <p:cNvSpPr txBox="1">
            <a:spLocks/>
          </p:cNvSpPr>
          <p:nvPr/>
        </p:nvSpPr>
        <p:spPr>
          <a:xfrm>
            <a:off x="7579669" y="5529166"/>
            <a:ext cx="1654751" cy="3150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Instructor Page</a:t>
            </a:r>
          </a:p>
        </p:txBody>
      </p:sp>
      <p:pic>
        <p:nvPicPr>
          <p:cNvPr id="16" name="Graphic 15" descr="Back with solid fill">
            <a:extLst>
              <a:ext uri="{FF2B5EF4-FFF2-40B4-BE49-F238E27FC236}">
                <a16:creationId xmlns:a16="http://schemas.microsoft.com/office/drawing/2014/main" id="{99223C26-857F-7DC6-3C24-3C255099A0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1194" y="5763420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82E3CD-5519-B40E-E833-E5F11C1CE0D8}"/>
              </a:ext>
            </a:extLst>
          </p:cNvPr>
          <p:cNvSpPr txBox="1"/>
          <p:nvPr/>
        </p:nvSpPr>
        <p:spPr>
          <a:xfrm>
            <a:off x="9155096" y="594549"/>
            <a:ext cx="265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rounds: NN Round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B08B-D5F1-41CE-42A2-2EA7709BC4A5}"/>
              </a:ext>
            </a:extLst>
          </p:cNvPr>
          <p:cNvSpPr txBox="1"/>
          <p:nvPr/>
        </p:nvSpPr>
        <p:spPr>
          <a:xfrm>
            <a:off x="9155096" y="877104"/>
            <a:ext cx="297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Session Complete: HH:MM</a:t>
            </a:r>
          </a:p>
        </p:txBody>
      </p:sp>
    </p:spTree>
    <p:extLst>
      <p:ext uri="{BB962C8B-B14F-4D97-AF65-F5344CB8AC3E}">
        <p14:creationId xmlns:p14="http://schemas.microsoft.com/office/powerpoint/2010/main" val="3569187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102D6-3AD6-33CC-23E2-9BBCD61AA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he image depicts a modern indoor gym or martial arts training facility with a black matting floor, featuring the ZEBA logo prominently displayed on the walls.&#10;&#10;AI-generated content may be incorrect.">
            <a:extLst>
              <a:ext uri="{FF2B5EF4-FFF2-40B4-BE49-F238E27FC236}">
                <a16:creationId xmlns:a16="http://schemas.microsoft.com/office/drawing/2014/main" id="{46F2E458-59F8-B7AF-D4A9-49059C3E92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938A018C-9C72-A4F5-CCB7-0685589FC576}"/>
              </a:ext>
            </a:extLst>
          </p:cNvPr>
          <p:cNvSpPr/>
          <p:nvPr/>
        </p:nvSpPr>
        <p:spPr>
          <a:xfrm>
            <a:off x="5688930" y="1200209"/>
            <a:ext cx="6445920" cy="10799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Round :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B0D3AAB-ACF6-8A66-B470-AB00C1D9C6D7}"/>
              </a:ext>
            </a:extLst>
          </p:cNvPr>
          <p:cNvSpPr/>
          <p:nvPr/>
        </p:nvSpPr>
        <p:spPr>
          <a:xfrm>
            <a:off x="0" y="1206500"/>
            <a:ext cx="5631780" cy="565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63C599F-FF96-220E-0B99-9B9722790946}"/>
              </a:ext>
            </a:extLst>
          </p:cNvPr>
          <p:cNvSpPr/>
          <p:nvPr/>
        </p:nvSpPr>
        <p:spPr>
          <a:xfrm>
            <a:off x="354545" y="2111376"/>
            <a:ext cx="3595155" cy="8121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3F7237-E3D6-E8E2-9F4C-7F0FA49C4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74" y="141286"/>
            <a:ext cx="4096226" cy="1325563"/>
          </a:xfrm>
        </p:spPr>
        <p:txBody>
          <a:bodyPr/>
          <a:lstStyle/>
          <a:p>
            <a:r>
              <a:rPr lang="en-US" dirty="0"/>
              <a:t>Sparring Status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8EDE4B-96E5-CF2E-4699-09832DF2E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775473" y="5529166"/>
            <a:ext cx="2267712" cy="31505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Member</a:t>
            </a:r>
          </a:p>
        </p:txBody>
      </p:sp>
      <p:pic>
        <p:nvPicPr>
          <p:cNvPr id="9" name="Content Placeholder 7" descr="Qr Code with solid fill">
            <a:extLst>
              <a:ext uri="{FF2B5EF4-FFF2-40B4-BE49-F238E27FC236}">
                <a16:creationId xmlns:a16="http://schemas.microsoft.com/office/drawing/2014/main" id="{796CFA45-7437-1084-A8F6-3741514DA04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5473" y="5763420"/>
            <a:ext cx="914400" cy="9144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2C4D8A-BBEA-E686-4F93-5F11A15B09A4}"/>
              </a:ext>
            </a:extLst>
          </p:cNvPr>
          <p:cNvSpPr txBox="1"/>
          <p:nvPr/>
        </p:nvSpPr>
        <p:spPr>
          <a:xfrm>
            <a:off x="9165367" y="57944"/>
            <a:ext cx="306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TIME:HH:MM:SS(Real Time)</a:t>
            </a:r>
          </a:p>
          <a:p>
            <a:r>
              <a:rPr lang="en-US" dirty="0"/>
              <a:t>24 hours setting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259F6-B6E7-A1D8-78E0-C2E51B656186}"/>
              </a:ext>
            </a:extLst>
          </p:cNvPr>
          <p:cNvSpPr txBox="1"/>
          <p:nvPr/>
        </p:nvSpPr>
        <p:spPr>
          <a:xfrm>
            <a:off x="0" y="1433636"/>
            <a:ext cx="6576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Remaining TIME: MM:SS(Sparring time)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DC2914-0CAB-605A-0A08-26A52BD72712}"/>
              </a:ext>
            </a:extLst>
          </p:cNvPr>
          <p:cNvSpPr txBox="1"/>
          <p:nvPr/>
        </p:nvSpPr>
        <p:spPr>
          <a:xfrm>
            <a:off x="9155095" y="594549"/>
            <a:ext cx="3065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Remains rounds: </a:t>
            </a:r>
            <a:r>
              <a:rPr lang="en-US"/>
              <a:t>NN Rounds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46D963-F700-C8AF-FA19-A4963E0F81D9}"/>
              </a:ext>
            </a:extLst>
          </p:cNvPr>
          <p:cNvSpPr/>
          <p:nvPr/>
        </p:nvSpPr>
        <p:spPr>
          <a:xfrm>
            <a:off x="5802404" y="1661874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1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538B3C-5546-6965-8EA8-6968AD05EC04}"/>
              </a:ext>
            </a:extLst>
          </p:cNvPr>
          <p:cNvSpPr/>
          <p:nvPr/>
        </p:nvSpPr>
        <p:spPr>
          <a:xfrm>
            <a:off x="634474" y="2463801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C9D37E-332E-0312-E49E-E5F132A10141}"/>
              </a:ext>
            </a:extLst>
          </p:cNvPr>
          <p:cNvSpPr/>
          <p:nvPr/>
        </p:nvSpPr>
        <p:spPr>
          <a:xfrm>
            <a:off x="2751811" y="2463801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386A43-8C8C-79A8-5113-01151371C749}"/>
              </a:ext>
            </a:extLst>
          </p:cNvPr>
          <p:cNvSpPr/>
          <p:nvPr/>
        </p:nvSpPr>
        <p:spPr>
          <a:xfrm>
            <a:off x="1891821" y="2463801"/>
            <a:ext cx="639520" cy="321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2247F6-E580-0634-5AF2-10D09C41A2EA}"/>
              </a:ext>
            </a:extLst>
          </p:cNvPr>
          <p:cNvSpPr/>
          <p:nvPr/>
        </p:nvSpPr>
        <p:spPr>
          <a:xfrm>
            <a:off x="354545" y="3350321"/>
            <a:ext cx="3595155" cy="8121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B51D52-D327-FC61-36A7-C919CFDA8E82}"/>
              </a:ext>
            </a:extLst>
          </p:cNvPr>
          <p:cNvSpPr/>
          <p:nvPr/>
        </p:nvSpPr>
        <p:spPr>
          <a:xfrm>
            <a:off x="634474" y="3706194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21795C-91A3-5123-8A13-41C78BF3C6E8}"/>
              </a:ext>
            </a:extLst>
          </p:cNvPr>
          <p:cNvSpPr/>
          <p:nvPr/>
        </p:nvSpPr>
        <p:spPr>
          <a:xfrm>
            <a:off x="2751811" y="3706194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3C162A-05A5-5C3D-442E-6B1D0E439C0A}"/>
              </a:ext>
            </a:extLst>
          </p:cNvPr>
          <p:cNvSpPr/>
          <p:nvPr/>
        </p:nvSpPr>
        <p:spPr>
          <a:xfrm>
            <a:off x="1891821" y="3706194"/>
            <a:ext cx="639520" cy="321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0BC3B0-67A1-D4CB-C1DC-5F5BE884ACA1}"/>
              </a:ext>
            </a:extLst>
          </p:cNvPr>
          <p:cNvSpPr/>
          <p:nvPr/>
        </p:nvSpPr>
        <p:spPr>
          <a:xfrm>
            <a:off x="354545" y="4518297"/>
            <a:ext cx="3595155" cy="886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C1481F-AF98-3DE3-479F-74AC1AE704DD}"/>
              </a:ext>
            </a:extLst>
          </p:cNvPr>
          <p:cNvSpPr/>
          <p:nvPr/>
        </p:nvSpPr>
        <p:spPr>
          <a:xfrm>
            <a:off x="634474" y="4948587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057956-01CE-712B-29A3-A040F489FEBC}"/>
              </a:ext>
            </a:extLst>
          </p:cNvPr>
          <p:cNvSpPr/>
          <p:nvPr/>
        </p:nvSpPr>
        <p:spPr>
          <a:xfrm>
            <a:off x="2751811" y="4948587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A2F225-AD27-9A1E-9ADC-9627AF244B6D}"/>
              </a:ext>
            </a:extLst>
          </p:cNvPr>
          <p:cNvSpPr/>
          <p:nvPr/>
        </p:nvSpPr>
        <p:spPr>
          <a:xfrm>
            <a:off x="1891821" y="4948587"/>
            <a:ext cx="639520" cy="321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6482B4D-E2F0-076F-573F-126D79850076}"/>
              </a:ext>
            </a:extLst>
          </p:cNvPr>
          <p:cNvSpPr/>
          <p:nvPr/>
        </p:nvSpPr>
        <p:spPr>
          <a:xfrm>
            <a:off x="354545" y="5760690"/>
            <a:ext cx="3595155" cy="886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B8FA8B4-7D83-723D-6A3D-D0827DF26388}"/>
              </a:ext>
            </a:extLst>
          </p:cNvPr>
          <p:cNvSpPr/>
          <p:nvPr/>
        </p:nvSpPr>
        <p:spPr>
          <a:xfrm>
            <a:off x="634474" y="6190980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4B2DD7-1BCB-3FAC-0928-91DAAE092FE3}"/>
              </a:ext>
            </a:extLst>
          </p:cNvPr>
          <p:cNvSpPr/>
          <p:nvPr/>
        </p:nvSpPr>
        <p:spPr>
          <a:xfrm>
            <a:off x="2751811" y="6190980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8998E00-C3E5-33BF-7BB3-3B3372E3B0DA}"/>
              </a:ext>
            </a:extLst>
          </p:cNvPr>
          <p:cNvSpPr/>
          <p:nvPr/>
        </p:nvSpPr>
        <p:spPr>
          <a:xfrm>
            <a:off x="1891821" y="6190980"/>
            <a:ext cx="639520" cy="321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65F3021-BA09-4BD9-7E64-BDF0480DF925}"/>
              </a:ext>
            </a:extLst>
          </p:cNvPr>
          <p:cNvSpPr/>
          <p:nvPr/>
        </p:nvSpPr>
        <p:spPr>
          <a:xfrm>
            <a:off x="7384502" y="1661874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2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78CC147-C0CA-C86D-CAC4-1079129C58FA}"/>
              </a:ext>
            </a:extLst>
          </p:cNvPr>
          <p:cNvSpPr/>
          <p:nvPr/>
        </p:nvSpPr>
        <p:spPr>
          <a:xfrm>
            <a:off x="8966600" y="1661874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3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4875B42-DB30-0E4B-544A-53F4D397FC4B}"/>
              </a:ext>
            </a:extLst>
          </p:cNvPr>
          <p:cNvSpPr/>
          <p:nvPr/>
        </p:nvSpPr>
        <p:spPr>
          <a:xfrm>
            <a:off x="10548699" y="1661874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4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75E669-09A2-AA58-1D87-237EC8EE1527}"/>
              </a:ext>
            </a:extLst>
          </p:cNvPr>
          <p:cNvSpPr txBox="1"/>
          <p:nvPr/>
        </p:nvSpPr>
        <p:spPr>
          <a:xfrm>
            <a:off x="0" y="1136574"/>
            <a:ext cx="6576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Round :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594115F-9013-A298-47D6-0E712949F1C7}"/>
              </a:ext>
            </a:extLst>
          </p:cNvPr>
          <p:cNvSpPr/>
          <p:nvPr/>
        </p:nvSpPr>
        <p:spPr>
          <a:xfrm>
            <a:off x="5688930" y="2420380"/>
            <a:ext cx="6445920" cy="10799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Round :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5CE9CFA-C8AD-DC98-1617-A3353C8D7268}"/>
              </a:ext>
            </a:extLst>
          </p:cNvPr>
          <p:cNvSpPr/>
          <p:nvPr/>
        </p:nvSpPr>
        <p:spPr>
          <a:xfrm>
            <a:off x="5802404" y="2882045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1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EFA14CA-3383-A901-AC0E-1C0ABDAE8D16}"/>
              </a:ext>
            </a:extLst>
          </p:cNvPr>
          <p:cNvSpPr/>
          <p:nvPr/>
        </p:nvSpPr>
        <p:spPr>
          <a:xfrm>
            <a:off x="7384502" y="2882045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2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25DAFC3-9644-3962-FCAA-56EC38653EAA}"/>
              </a:ext>
            </a:extLst>
          </p:cNvPr>
          <p:cNvSpPr/>
          <p:nvPr/>
        </p:nvSpPr>
        <p:spPr>
          <a:xfrm>
            <a:off x="8966600" y="2882045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3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A27EA02-039A-FFBF-AADF-E729E388A015}"/>
              </a:ext>
            </a:extLst>
          </p:cNvPr>
          <p:cNvSpPr/>
          <p:nvPr/>
        </p:nvSpPr>
        <p:spPr>
          <a:xfrm>
            <a:off x="10548699" y="2882045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4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15B4077-3D53-0D27-F04C-77343DECC2C9}"/>
              </a:ext>
            </a:extLst>
          </p:cNvPr>
          <p:cNvSpPr/>
          <p:nvPr/>
        </p:nvSpPr>
        <p:spPr>
          <a:xfrm>
            <a:off x="5688930" y="3675183"/>
            <a:ext cx="6445920" cy="10799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Round :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FB5EC1F-0312-B647-CDEF-209E9C05576D}"/>
              </a:ext>
            </a:extLst>
          </p:cNvPr>
          <p:cNvSpPr/>
          <p:nvPr/>
        </p:nvSpPr>
        <p:spPr>
          <a:xfrm>
            <a:off x="5802404" y="4112091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1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F63F383-33CA-64FF-1861-78DA04A5D4EE}"/>
              </a:ext>
            </a:extLst>
          </p:cNvPr>
          <p:cNvSpPr/>
          <p:nvPr/>
        </p:nvSpPr>
        <p:spPr>
          <a:xfrm>
            <a:off x="7384502" y="4112091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2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FB7EF2A-2DED-3BB3-B8F8-4CD2B2A470F5}"/>
              </a:ext>
            </a:extLst>
          </p:cNvPr>
          <p:cNvSpPr/>
          <p:nvPr/>
        </p:nvSpPr>
        <p:spPr>
          <a:xfrm>
            <a:off x="8942879" y="4110209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3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22C0769-82E8-131E-25CD-FC69B74DA70C}"/>
              </a:ext>
            </a:extLst>
          </p:cNvPr>
          <p:cNvSpPr/>
          <p:nvPr/>
        </p:nvSpPr>
        <p:spPr>
          <a:xfrm>
            <a:off x="10548699" y="4112091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4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EDEBAF-B83D-8E7C-2782-67E9EB5181D4}"/>
              </a:ext>
            </a:extLst>
          </p:cNvPr>
          <p:cNvSpPr txBox="1">
            <a:spLocks/>
          </p:cNvSpPr>
          <p:nvPr/>
        </p:nvSpPr>
        <p:spPr>
          <a:xfrm>
            <a:off x="9372774" y="5529166"/>
            <a:ext cx="1654751" cy="3150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Instructor Page</a:t>
            </a:r>
          </a:p>
        </p:txBody>
      </p:sp>
      <p:pic>
        <p:nvPicPr>
          <p:cNvPr id="14" name="Graphic 13" descr="Back with solid fill">
            <a:extLst>
              <a:ext uri="{FF2B5EF4-FFF2-40B4-BE49-F238E27FC236}">
                <a16:creationId xmlns:a16="http://schemas.microsoft.com/office/drawing/2014/main" id="{F526ED88-A082-CE2E-4BE6-499104EE26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4299" y="5763420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23CCCF-52EC-273E-57E8-7B4E5C189044}"/>
              </a:ext>
            </a:extLst>
          </p:cNvPr>
          <p:cNvSpPr txBox="1"/>
          <p:nvPr/>
        </p:nvSpPr>
        <p:spPr>
          <a:xfrm>
            <a:off x="9155096" y="877104"/>
            <a:ext cx="297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Session Complete: HH:MM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AE7DE1-0E28-A19C-C52F-B7BCEF674639}"/>
              </a:ext>
            </a:extLst>
          </p:cNvPr>
          <p:cNvSpPr txBox="1"/>
          <p:nvPr/>
        </p:nvSpPr>
        <p:spPr>
          <a:xfrm>
            <a:off x="5688930" y="692438"/>
            <a:ext cx="118872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一時停止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E14E6B-533C-0AE6-CDB4-920EADC51ABA}"/>
              </a:ext>
            </a:extLst>
          </p:cNvPr>
          <p:cNvSpPr txBox="1"/>
          <p:nvPr/>
        </p:nvSpPr>
        <p:spPr>
          <a:xfrm>
            <a:off x="7010650" y="692438"/>
            <a:ext cx="118872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再開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946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15CFD-F0E2-D8F6-A909-4719CDEF8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he image depicts a modern indoor gym or martial arts training facility with a black matting floor, featuring the ZEBA logo prominently displayed on the walls.&#10;&#10;AI-generated content may be incorrect.">
            <a:extLst>
              <a:ext uri="{FF2B5EF4-FFF2-40B4-BE49-F238E27FC236}">
                <a16:creationId xmlns:a16="http://schemas.microsoft.com/office/drawing/2014/main" id="{2B04391E-7F8F-9AB8-0F92-5910987008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0810225F-B3BF-F21F-E05A-31092531E5F1}"/>
              </a:ext>
            </a:extLst>
          </p:cNvPr>
          <p:cNvSpPr/>
          <p:nvPr/>
        </p:nvSpPr>
        <p:spPr>
          <a:xfrm>
            <a:off x="5688930" y="1200209"/>
            <a:ext cx="6445920" cy="10799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Round :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5DEB32E-5BF7-30CF-EC2E-DBC79F4E8575}"/>
              </a:ext>
            </a:extLst>
          </p:cNvPr>
          <p:cNvSpPr/>
          <p:nvPr/>
        </p:nvSpPr>
        <p:spPr>
          <a:xfrm>
            <a:off x="0" y="1206500"/>
            <a:ext cx="5631780" cy="565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A5BB45B-36DB-E649-2E34-3CC35EACD81E}"/>
              </a:ext>
            </a:extLst>
          </p:cNvPr>
          <p:cNvSpPr/>
          <p:nvPr/>
        </p:nvSpPr>
        <p:spPr>
          <a:xfrm>
            <a:off x="354545" y="2111376"/>
            <a:ext cx="3595155" cy="8121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B5CC16-AA5E-1A05-6C71-DA78083C6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74" y="141286"/>
            <a:ext cx="4096226" cy="1325563"/>
          </a:xfrm>
        </p:spPr>
        <p:txBody>
          <a:bodyPr/>
          <a:lstStyle/>
          <a:p>
            <a:r>
              <a:rPr lang="en-US" dirty="0"/>
              <a:t>Sparring Status</a:t>
            </a:r>
          </a:p>
        </p:txBody>
      </p:sp>
      <p:pic>
        <p:nvPicPr>
          <p:cNvPr id="8" name="Content Placeholder 7" descr="Qr Code with solid fill">
            <a:extLst>
              <a:ext uri="{FF2B5EF4-FFF2-40B4-BE49-F238E27FC236}">
                <a16:creationId xmlns:a16="http://schemas.microsoft.com/office/drawing/2014/main" id="{8D3C659D-2B30-2C16-40EE-2D3F6A5C6C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5481" y="5802314"/>
            <a:ext cx="914400" cy="9144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35E88-F91B-CE05-C113-E6A8D9F07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775473" y="5529166"/>
            <a:ext cx="2267712" cy="31505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Member</a:t>
            </a:r>
          </a:p>
        </p:txBody>
      </p:sp>
      <p:pic>
        <p:nvPicPr>
          <p:cNvPr id="9" name="Content Placeholder 7" descr="Qr Code with solid fill">
            <a:extLst>
              <a:ext uri="{FF2B5EF4-FFF2-40B4-BE49-F238E27FC236}">
                <a16:creationId xmlns:a16="http://schemas.microsoft.com/office/drawing/2014/main" id="{A8400D98-F6D7-0CB9-8DFC-690B094D0D9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5473" y="5763420"/>
            <a:ext cx="914400" cy="9144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A73D69-6224-10DA-86F5-9E03655302E3}"/>
              </a:ext>
            </a:extLst>
          </p:cNvPr>
          <p:cNvSpPr txBox="1"/>
          <p:nvPr/>
        </p:nvSpPr>
        <p:spPr>
          <a:xfrm>
            <a:off x="9165367" y="57944"/>
            <a:ext cx="306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TIME:HH:MM:SS(Real Time)</a:t>
            </a:r>
          </a:p>
          <a:p>
            <a:r>
              <a:rPr lang="en-US" dirty="0"/>
              <a:t>12 hours setting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BABBE-F88E-A23C-EA3E-7A34C4B33405}"/>
              </a:ext>
            </a:extLst>
          </p:cNvPr>
          <p:cNvSpPr txBox="1"/>
          <p:nvPr/>
        </p:nvSpPr>
        <p:spPr>
          <a:xfrm>
            <a:off x="0" y="1433636"/>
            <a:ext cx="6576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Remaining TIME: MM:SS(Sparring time)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3CAD1B-EB07-10D3-0303-345978EFE870}"/>
              </a:ext>
            </a:extLst>
          </p:cNvPr>
          <p:cNvSpPr/>
          <p:nvPr/>
        </p:nvSpPr>
        <p:spPr>
          <a:xfrm>
            <a:off x="5802404" y="1661874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1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3250F8-0668-8D1F-9F0B-9A1F279057FA}"/>
              </a:ext>
            </a:extLst>
          </p:cNvPr>
          <p:cNvSpPr/>
          <p:nvPr/>
        </p:nvSpPr>
        <p:spPr>
          <a:xfrm>
            <a:off x="634474" y="2463801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DB9018-C52E-EEEA-3E49-EFF3C7B8F615}"/>
              </a:ext>
            </a:extLst>
          </p:cNvPr>
          <p:cNvSpPr/>
          <p:nvPr/>
        </p:nvSpPr>
        <p:spPr>
          <a:xfrm>
            <a:off x="2751811" y="2463801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BEB64E-8D33-3570-3FA7-561B970CCECA}"/>
              </a:ext>
            </a:extLst>
          </p:cNvPr>
          <p:cNvSpPr/>
          <p:nvPr/>
        </p:nvSpPr>
        <p:spPr>
          <a:xfrm>
            <a:off x="1891821" y="2463801"/>
            <a:ext cx="639520" cy="321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B08A93-F9FB-8944-8C11-1BBB677D192A}"/>
              </a:ext>
            </a:extLst>
          </p:cNvPr>
          <p:cNvSpPr/>
          <p:nvPr/>
        </p:nvSpPr>
        <p:spPr>
          <a:xfrm>
            <a:off x="354545" y="3350321"/>
            <a:ext cx="3595155" cy="8121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6B2B93-DB8D-D602-F074-667BC0B89DD3}"/>
              </a:ext>
            </a:extLst>
          </p:cNvPr>
          <p:cNvSpPr/>
          <p:nvPr/>
        </p:nvSpPr>
        <p:spPr>
          <a:xfrm>
            <a:off x="634474" y="3706194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CDB680-F1CB-C1BF-7BDA-85F102610843}"/>
              </a:ext>
            </a:extLst>
          </p:cNvPr>
          <p:cNvSpPr/>
          <p:nvPr/>
        </p:nvSpPr>
        <p:spPr>
          <a:xfrm>
            <a:off x="2751811" y="3706194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CCF761-6850-AF9E-2AFE-24F9D7A84D86}"/>
              </a:ext>
            </a:extLst>
          </p:cNvPr>
          <p:cNvSpPr/>
          <p:nvPr/>
        </p:nvSpPr>
        <p:spPr>
          <a:xfrm>
            <a:off x="1891821" y="3706194"/>
            <a:ext cx="639520" cy="321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7F23CD-0B4C-23E9-F84B-E424CE0C4F13}"/>
              </a:ext>
            </a:extLst>
          </p:cNvPr>
          <p:cNvSpPr/>
          <p:nvPr/>
        </p:nvSpPr>
        <p:spPr>
          <a:xfrm>
            <a:off x="354545" y="4518297"/>
            <a:ext cx="3595155" cy="886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D4A35F-615C-6779-C9C6-9A4D721622CD}"/>
              </a:ext>
            </a:extLst>
          </p:cNvPr>
          <p:cNvSpPr/>
          <p:nvPr/>
        </p:nvSpPr>
        <p:spPr>
          <a:xfrm>
            <a:off x="634474" y="4948587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A51F7F-76AE-61FB-BDF4-14500F49B296}"/>
              </a:ext>
            </a:extLst>
          </p:cNvPr>
          <p:cNvSpPr/>
          <p:nvPr/>
        </p:nvSpPr>
        <p:spPr>
          <a:xfrm>
            <a:off x="2751811" y="4948587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B108C3-1CF2-B9B1-7DFF-A9890F1B7767}"/>
              </a:ext>
            </a:extLst>
          </p:cNvPr>
          <p:cNvSpPr/>
          <p:nvPr/>
        </p:nvSpPr>
        <p:spPr>
          <a:xfrm>
            <a:off x="1891821" y="4948587"/>
            <a:ext cx="639520" cy="321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CB7B34B-5EE8-4002-0D99-DC44029E3565}"/>
              </a:ext>
            </a:extLst>
          </p:cNvPr>
          <p:cNvSpPr/>
          <p:nvPr/>
        </p:nvSpPr>
        <p:spPr>
          <a:xfrm>
            <a:off x="354545" y="5760690"/>
            <a:ext cx="3595155" cy="886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8F60AB7-2C75-368B-FFB7-C243F91B3E2E}"/>
              </a:ext>
            </a:extLst>
          </p:cNvPr>
          <p:cNvSpPr/>
          <p:nvPr/>
        </p:nvSpPr>
        <p:spPr>
          <a:xfrm>
            <a:off x="634474" y="6190980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51C74C8-C031-B6EB-7AEE-442DD547190B}"/>
              </a:ext>
            </a:extLst>
          </p:cNvPr>
          <p:cNvSpPr/>
          <p:nvPr/>
        </p:nvSpPr>
        <p:spPr>
          <a:xfrm>
            <a:off x="2751811" y="6190980"/>
            <a:ext cx="1036878" cy="3214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CC84E7-68EC-2D8A-F915-9916E7C93B44}"/>
              </a:ext>
            </a:extLst>
          </p:cNvPr>
          <p:cNvSpPr/>
          <p:nvPr/>
        </p:nvSpPr>
        <p:spPr>
          <a:xfrm>
            <a:off x="1891821" y="6190980"/>
            <a:ext cx="639520" cy="3214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2715DFE-9A35-BAC6-6474-AEB2842E3C55}"/>
              </a:ext>
            </a:extLst>
          </p:cNvPr>
          <p:cNvSpPr/>
          <p:nvPr/>
        </p:nvSpPr>
        <p:spPr>
          <a:xfrm>
            <a:off x="7384502" y="1661874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2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FCAD029-E7AA-6786-0885-156A81424E42}"/>
              </a:ext>
            </a:extLst>
          </p:cNvPr>
          <p:cNvSpPr/>
          <p:nvPr/>
        </p:nvSpPr>
        <p:spPr>
          <a:xfrm>
            <a:off x="8966600" y="1661874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3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7BED109-7F95-D5C8-E1BB-9AFAD23B8F3B}"/>
              </a:ext>
            </a:extLst>
          </p:cNvPr>
          <p:cNvSpPr/>
          <p:nvPr/>
        </p:nvSpPr>
        <p:spPr>
          <a:xfrm>
            <a:off x="10548699" y="1661874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4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BE1345-D5C4-B5C2-8D7E-814C1339D2AF}"/>
              </a:ext>
            </a:extLst>
          </p:cNvPr>
          <p:cNvSpPr txBox="1"/>
          <p:nvPr/>
        </p:nvSpPr>
        <p:spPr>
          <a:xfrm>
            <a:off x="0" y="1136574"/>
            <a:ext cx="6576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Round :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3D8E487-E60F-65D9-4C3F-D86F620CE774}"/>
              </a:ext>
            </a:extLst>
          </p:cNvPr>
          <p:cNvSpPr/>
          <p:nvPr/>
        </p:nvSpPr>
        <p:spPr>
          <a:xfrm>
            <a:off x="5688930" y="2420380"/>
            <a:ext cx="6445920" cy="10799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Round :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47FA949-F999-BFFC-2246-A1003A102AF7}"/>
              </a:ext>
            </a:extLst>
          </p:cNvPr>
          <p:cNvSpPr/>
          <p:nvPr/>
        </p:nvSpPr>
        <p:spPr>
          <a:xfrm>
            <a:off x="5802404" y="2882045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1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7759AF3-EE97-D3AA-E284-FBD137626634}"/>
              </a:ext>
            </a:extLst>
          </p:cNvPr>
          <p:cNvSpPr/>
          <p:nvPr/>
        </p:nvSpPr>
        <p:spPr>
          <a:xfrm>
            <a:off x="7384502" y="2882045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2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735F13B-1FEF-4DCA-A88E-262F5642496C}"/>
              </a:ext>
            </a:extLst>
          </p:cNvPr>
          <p:cNvSpPr/>
          <p:nvPr/>
        </p:nvSpPr>
        <p:spPr>
          <a:xfrm>
            <a:off x="8966600" y="2882045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3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3E52320-5384-0631-2045-2C4E76B54029}"/>
              </a:ext>
            </a:extLst>
          </p:cNvPr>
          <p:cNvSpPr/>
          <p:nvPr/>
        </p:nvSpPr>
        <p:spPr>
          <a:xfrm>
            <a:off x="10548699" y="2882045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4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BEA801F-40D2-F37F-B197-07418BC6FA8B}"/>
              </a:ext>
            </a:extLst>
          </p:cNvPr>
          <p:cNvSpPr/>
          <p:nvPr/>
        </p:nvSpPr>
        <p:spPr>
          <a:xfrm>
            <a:off x="5688930" y="3675183"/>
            <a:ext cx="6445920" cy="10799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Round :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260228-AEED-9BBA-5D29-DC5F4C77F7C3}"/>
              </a:ext>
            </a:extLst>
          </p:cNvPr>
          <p:cNvSpPr/>
          <p:nvPr/>
        </p:nvSpPr>
        <p:spPr>
          <a:xfrm>
            <a:off x="5802404" y="4112091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1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3CCEBE7-2FA1-3C42-ACEA-465C97C6D762}"/>
              </a:ext>
            </a:extLst>
          </p:cNvPr>
          <p:cNvSpPr/>
          <p:nvPr/>
        </p:nvSpPr>
        <p:spPr>
          <a:xfrm>
            <a:off x="7384502" y="4112091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2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05975E4-8A34-384F-42C6-C218B108E608}"/>
              </a:ext>
            </a:extLst>
          </p:cNvPr>
          <p:cNvSpPr/>
          <p:nvPr/>
        </p:nvSpPr>
        <p:spPr>
          <a:xfrm>
            <a:off x="8942879" y="4110209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3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9AFA3B5-FE26-C869-1886-5211DF37B9FE}"/>
              </a:ext>
            </a:extLst>
          </p:cNvPr>
          <p:cNvSpPr/>
          <p:nvPr/>
        </p:nvSpPr>
        <p:spPr>
          <a:xfrm>
            <a:off x="10548699" y="4112091"/>
            <a:ext cx="1385355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Pair 4</a:t>
            </a:r>
          </a:p>
          <a:p>
            <a:r>
              <a:rPr lang="en-US" dirty="0"/>
              <a:t>Who vs who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ABA6BC07-9E21-8ED0-1494-432A7D2517DD}"/>
              </a:ext>
            </a:extLst>
          </p:cNvPr>
          <p:cNvSpPr txBox="1">
            <a:spLocks/>
          </p:cNvSpPr>
          <p:nvPr/>
        </p:nvSpPr>
        <p:spPr>
          <a:xfrm>
            <a:off x="9342787" y="5529166"/>
            <a:ext cx="1281732" cy="3150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Instructor</a:t>
            </a: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F5DA2395-28C4-2F4E-E095-A4836CDDC1A5}"/>
              </a:ext>
            </a:extLst>
          </p:cNvPr>
          <p:cNvSpPr txBox="1">
            <a:spLocks/>
          </p:cNvSpPr>
          <p:nvPr/>
        </p:nvSpPr>
        <p:spPr>
          <a:xfrm>
            <a:off x="7579669" y="5529166"/>
            <a:ext cx="1654751" cy="3150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Instructor Page</a:t>
            </a:r>
          </a:p>
        </p:txBody>
      </p:sp>
      <p:pic>
        <p:nvPicPr>
          <p:cNvPr id="74" name="Graphic 73" descr="Back with solid fill">
            <a:extLst>
              <a:ext uri="{FF2B5EF4-FFF2-40B4-BE49-F238E27FC236}">
                <a16:creationId xmlns:a16="http://schemas.microsoft.com/office/drawing/2014/main" id="{F1D8CAB6-25A5-8528-F54E-4C840F4C6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1194" y="5763420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3BEB05-2F7F-5F79-C329-D7A250132B0A}"/>
              </a:ext>
            </a:extLst>
          </p:cNvPr>
          <p:cNvSpPr txBox="1"/>
          <p:nvPr/>
        </p:nvSpPr>
        <p:spPr>
          <a:xfrm>
            <a:off x="9155096" y="594549"/>
            <a:ext cx="265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rounds: NN Round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5FB255-B474-5DF4-5064-7A7790250B78}"/>
              </a:ext>
            </a:extLst>
          </p:cNvPr>
          <p:cNvSpPr txBox="1"/>
          <p:nvPr/>
        </p:nvSpPr>
        <p:spPr>
          <a:xfrm>
            <a:off x="9155096" y="877104"/>
            <a:ext cx="297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Session Complete: HH:MM</a:t>
            </a:r>
          </a:p>
        </p:txBody>
      </p:sp>
    </p:spTree>
    <p:extLst>
      <p:ext uri="{BB962C8B-B14F-4D97-AF65-F5344CB8AC3E}">
        <p14:creationId xmlns:p14="http://schemas.microsoft.com/office/powerpoint/2010/main" val="1039029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34428-FCB6-0780-D0DA-57694AF18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he image depicts a modern indoor gym or martial arts training facility with a black matting floor, featuring the ZEBA logo prominently displayed on the walls.&#10;&#10;AI-generated content may be incorrect.">
            <a:extLst>
              <a:ext uri="{FF2B5EF4-FFF2-40B4-BE49-F238E27FC236}">
                <a16:creationId xmlns:a16="http://schemas.microsoft.com/office/drawing/2014/main" id="{8570D385-59F8-E72F-5271-90D1E99ED8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F2E7A3-4307-E03D-3799-94FE9832F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74" y="141286"/>
            <a:ext cx="4096226" cy="1325563"/>
          </a:xfrm>
        </p:spPr>
        <p:txBody>
          <a:bodyPr/>
          <a:lstStyle/>
          <a:p>
            <a:r>
              <a:rPr lang="en-US" dirty="0"/>
              <a:t>Check up Today Sparing Member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F842B-CBA2-546F-3976-61D91B569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96680" y="4798222"/>
            <a:ext cx="5157787" cy="823912"/>
          </a:xfrm>
        </p:spPr>
        <p:txBody>
          <a:bodyPr/>
          <a:lstStyle/>
          <a:p>
            <a:r>
              <a:rPr lang="en-US" altLang="ja-JP" dirty="0"/>
              <a:t>Instructor</a:t>
            </a:r>
            <a:endParaRPr lang="en-US" dirty="0"/>
          </a:p>
        </p:txBody>
      </p:sp>
      <p:pic>
        <p:nvPicPr>
          <p:cNvPr id="8" name="Content Placeholder 7" descr="Qr Code with solid fill">
            <a:extLst>
              <a:ext uri="{FF2B5EF4-FFF2-40B4-BE49-F238E27FC236}">
                <a16:creationId xmlns:a16="http://schemas.microsoft.com/office/drawing/2014/main" id="{AC43409A-C369-B5AC-6C00-58EA56A165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5481" y="5802314"/>
            <a:ext cx="914400" cy="9144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C3CD9-8B98-9041-6B6C-73F1A7212F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556017" y="5189142"/>
            <a:ext cx="2267712" cy="447675"/>
          </a:xfrm>
        </p:spPr>
        <p:txBody>
          <a:bodyPr/>
          <a:lstStyle/>
          <a:p>
            <a:r>
              <a:rPr lang="en-US" dirty="0"/>
              <a:t>Member</a:t>
            </a:r>
          </a:p>
        </p:txBody>
      </p:sp>
      <p:pic>
        <p:nvPicPr>
          <p:cNvPr id="9" name="Content Placeholder 7" descr="Qr Code with solid fill">
            <a:extLst>
              <a:ext uri="{FF2B5EF4-FFF2-40B4-BE49-F238E27FC236}">
                <a16:creationId xmlns:a16="http://schemas.microsoft.com/office/drawing/2014/main" id="{11D989BE-B23E-B8B1-0B77-D6E9DFA771A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5473" y="5763420"/>
            <a:ext cx="914400" cy="9144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74CB46-1473-DBFE-F0A1-7F1DAE4EAE04}"/>
              </a:ext>
            </a:extLst>
          </p:cNvPr>
          <p:cNvSpPr txBox="1"/>
          <p:nvPr/>
        </p:nvSpPr>
        <p:spPr>
          <a:xfrm>
            <a:off x="9165367" y="57944"/>
            <a:ext cx="306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TIME:HH:MM:SS(Real Time)</a:t>
            </a:r>
          </a:p>
          <a:p>
            <a:r>
              <a:rPr lang="en-US" dirty="0"/>
              <a:t>12 hours setting</a:t>
            </a:r>
          </a:p>
        </p:txBody>
      </p:sp>
      <p:sp>
        <p:nvSpPr>
          <p:cNvPr id="63" name="Text Placeholder 4">
            <a:extLst>
              <a:ext uri="{FF2B5EF4-FFF2-40B4-BE49-F238E27FC236}">
                <a16:creationId xmlns:a16="http://schemas.microsoft.com/office/drawing/2014/main" id="{530672D8-8ADB-FC5F-E97C-AC7B3DF3A8C1}"/>
              </a:ext>
            </a:extLst>
          </p:cNvPr>
          <p:cNvSpPr txBox="1">
            <a:spLocks/>
          </p:cNvSpPr>
          <p:nvPr/>
        </p:nvSpPr>
        <p:spPr>
          <a:xfrm>
            <a:off x="7579669" y="5529166"/>
            <a:ext cx="1654751" cy="3150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Instructor Page</a:t>
            </a:r>
          </a:p>
        </p:txBody>
      </p:sp>
      <p:pic>
        <p:nvPicPr>
          <p:cNvPr id="65" name="Graphic 64" descr="Back with solid fill">
            <a:extLst>
              <a:ext uri="{FF2B5EF4-FFF2-40B4-BE49-F238E27FC236}">
                <a16:creationId xmlns:a16="http://schemas.microsoft.com/office/drawing/2014/main" id="{0BD31524-3D7C-0F02-F605-5D9F2BB4B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1194" y="5763420"/>
            <a:ext cx="914400" cy="914400"/>
          </a:xfrm>
          <a:prstGeom prst="rect">
            <a:avLst/>
          </a:prstGeom>
        </p:spPr>
      </p:pic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B4165EDA-EEDD-812F-40EB-4F0E8947E1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389700"/>
              </p:ext>
            </p:extLst>
          </p:nvPr>
        </p:nvGraphicFramePr>
        <p:xfrm>
          <a:off x="474424" y="1733550"/>
          <a:ext cx="3667125" cy="286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667059" imgH="2867064" progId="Excel.Sheet.12">
                  <p:embed/>
                </p:oleObj>
              </mc:Choice>
              <mc:Fallback>
                <p:oleObj name="Worksheet" r:id="rId5" imgW="3667059" imgH="2867064" progId="Excel.Sheet.12">
                  <p:embed/>
                  <p:pic>
                    <p:nvPicPr>
                      <p:cNvPr id="66" name="Object 65">
                        <a:extLst>
                          <a:ext uri="{FF2B5EF4-FFF2-40B4-BE49-F238E27FC236}">
                            <a16:creationId xmlns:a16="http://schemas.microsoft.com/office/drawing/2014/main" id="{B4165EDA-EEDD-812F-40EB-4F0E8947E1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4424" y="1733550"/>
                        <a:ext cx="3667125" cy="286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Rectangle 66">
            <a:extLst>
              <a:ext uri="{FF2B5EF4-FFF2-40B4-BE49-F238E27FC236}">
                <a16:creationId xmlns:a16="http://schemas.microsoft.com/office/drawing/2014/main" id="{AF74AADA-46FA-447F-7772-3DF254B204BE}"/>
              </a:ext>
            </a:extLst>
          </p:cNvPr>
          <p:cNvSpPr/>
          <p:nvPr/>
        </p:nvSpPr>
        <p:spPr>
          <a:xfrm>
            <a:off x="5918200" y="2171700"/>
            <a:ext cx="4637817" cy="1257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Input Directly Button</a:t>
            </a:r>
            <a:endParaRPr lang="en-US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3D939E4-184C-68F6-6D37-0CA686B7622D}"/>
              </a:ext>
            </a:extLst>
          </p:cNvPr>
          <p:cNvCxnSpPr>
            <a:cxnSpLocks/>
            <a:stCxn id="67" idx="1"/>
            <a:endCxn id="66" idx="3"/>
          </p:cNvCxnSpPr>
          <p:nvPr/>
        </p:nvCxnSpPr>
        <p:spPr>
          <a:xfrm flipH="1">
            <a:off x="4141549" y="2800350"/>
            <a:ext cx="1776651" cy="366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08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8AFC1-DA74-00F9-A12B-7C361CAC3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he image depicts a modern indoor gym or martial arts training facility with a black matting floor, featuring the ZEBA logo prominently displayed on the walls.&#10;&#10;AI-generated content may be incorrect.">
            <a:extLst>
              <a:ext uri="{FF2B5EF4-FFF2-40B4-BE49-F238E27FC236}">
                <a16:creationId xmlns:a16="http://schemas.microsoft.com/office/drawing/2014/main" id="{DE743490-AF2E-E724-F3CC-E7C11861E6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2CADCF-EA28-C356-7101-AB0246164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874" y="141286"/>
            <a:ext cx="4096226" cy="1325563"/>
          </a:xfrm>
        </p:spPr>
        <p:txBody>
          <a:bodyPr/>
          <a:lstStyle/>
          <a:p>
            <a:r>
              <a:rPr lang="en-US" dirty="0"/>
              <a:t>Set up 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6C66F-0650-7726-2D95-7128F7C70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96680" y="4798222"/>
            <a:ext cx="5157787" cy="823912"/>
          </a:xfrm>
        </p:spPr>
        <p:txBody>
          <a:bodyPr/>
          <a:lstStyle/>
          <a:p>
            <a:r>
              <a:rPr lang="en-US" altLang="ja-JP" dirty="0"/>
              <a:t>Instructor</a:t>
            </a:r>
            <a:endParaRPr lang="en-US" dirty="0"/>
          </a:p>
        </p:txBody>
      </p:sp>
      <p:pic>
        <p:nvPicPr>
          <p:cNvPr id="8" name="Content Placeholder 7" descr="Qr Code with solid fill">
            <a:extLst>
              <a:ext uri="{FF2B5EF4-FFF2-40B4-BE49-F238E27FC236}">
                <a16:creationId xmlns:a16="http://schemas.microsoft.com/office/drawing/2014/main" id="{9B7309A8-4D6C-FF2C-260E-59C6CD6EC8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5481" y="5802314"/>
            <a:ext cx="914400" cy="9144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220333-C9EF-A889-035D-AA23DFA61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556017" y="5189142"/>
            <a:ext cx="2267712" cy="447675"/>
          </a:xfrm>
        </p:spPr>
        <p:txBody>
          <a:bodyPr/>
          <a:lstStyle/>
          <a:p>
            <a:r>
              <a:rPr lang="en-US" dirty="0"/>
              <a:t>Member</a:t>
            </a:r>
          </a:p>
        </p:txBody>
      </p:sp>
      <p:pic>
        <p:nvPicPr>
          <p:cNvPr id="9" name="Content Placeholder 7" descr="Qr Code with solid fill">
            <a:extLst>
              <a:ext uri="{FF2B5EF4-FFF2-40B4-BE49-F238E27FC236}">
                <a16:creationId xmlns:a16="http://schemas.microsoft.com/office/drawing/2014/main" id="{49C214B9-22F2-4160-6473-C46BD3232D5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5473" y="5763420"/>
            <a:ext cx="914400" cy="9144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9C9A35-66D5-FC09-0E2D-80F325D56E5B}"/>
              </a:ext>
            </a:extLst>
          </p:cNvPr>
          <p:cNvSpPr txBox="1"/>
          <p:nvPr/>
        </p:nvSpPr>
        <p:spPr>
          <a:xfrm>
            <a:off x="9165367" y="57944"/>
            <a:ext cx="3065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TIME:HH:MM:SS(Real Time)</a:t>
            </a:r>
          </a:p>
          <a:p>
            <a:r>
              <a:rPr lang="en-US" dirty="0"/>
              <a:t>12 hours setting</a:t>
            </a:r>
          </a:p>
        </p:txBody>
      </p:sp>
      <p:pic>
        <p:nvPicPr>
          <p:cNvPr id="50" name="Graphic 49" descr="Two Men with solid fill">
            <a:extLst>
              <a:ext uri="{FF2B5EF4-FFF2-40B4-BE49-F238E27FC236}">
                <a16:creationId xmlns:a16="http://schemas.microsoft.com/office/drawing/2014/main" id="{66098F59-345E-DBE0-B777-744E8CBA7D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9030" y="1466849"/>
            <a:ext cx="1428751" cy="1428751"/>
          </a:xfrm>
          <a:prstGeom prst="rect">
            <a:avLst/>
          </a:prstGeom>
        </p:spPr>
      </p:pic>
      <p:pic>
        <p:nvPicPr>
          <p:cNvPr id="52" name="Graphic 51" descr="Alarm clock with solid fill">
            <a:extLst>
              <a:ext uri="{FF2B5EF4-FFF2-40B4-BE49-F238E27FC236}">
                <a16:creationId xmlns:a16="http://schemas.microsoft.com/office/drawing/2014/main" id="{AF21249C-5ADF-1129-32C4-FE3C1742D3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005" y="3476233"/>
            <a:ext cx="1828800" cy="1828800"/>
          </a:xfrm>
          <a:prstGeom prst="rect">
            <a:avLst/>
          </a:prstGeom>
        </p:spPr>
      </p:pic>
      <p:pic>
        <p:nvPicPr>
          <p:cNvPr id="54" name="Picture 53" descr="Close-up of boxing ring with crowd">
            <a:extLst>
              <a:ext uri="{FF2B5EF4-FFF2-40B4-BE49-F238E27FC236}">
                <a16:creationId xmlns:a16="http://schemas.microsoft.com/office/drawing/2014/main" id="{123ECE72-59F3-DE9F-EC62-8740280597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487" y="1466849"/>
            <a:ext cx="2063193" cy="1444235"/>
          </a:xfrm>
          <a:prstGeom prst="rect">
            <a:avLst/>
          </a:prstGeom>
        </p:spPr>
      </p:pic>
      <p:pic>
        <p:nvPicPr>
          <p:cNvPr id="56" name="Graphic 55" descr="Close with solid fill">
            <a:extLst>
              <a:ext uri="{FF2B5EF4-FFF2-40B4-BE49-F238E27FC236}">
                <a16:creationId xmlns:a16="http://schemas.microsoft.com/office/drawing/2014/main" id="{4C149083-6011-6CC8-BF43-EB5A2FF2D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61200" y="3552433"/>
            <a:ext cx="1651000" cy="16510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F3203234-9DB6-A0CB-303D-F76B82B7D4A2}"/>
              </a:ext>
            </a:extLst>
          </p:cNvPr>
          <p:cNvSpPr/>
          <p:nvPr/>
        </p:nvSpPr>
        <p:spPr>
          <a:xfrm>
            <a:off x="3873159" y="1899049"/>
            <a:ext cx="1582009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Number of Pairs :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50B501A-9A8F-63DE-2CBC-64BC568823CA}"/>
              </a:ext>
            </a:extLst>
          </p:cNvPr>
          <p:cNvSpPr/>
          <p:nvPr/>
        </p:nvSpPr>
        <p:spPr>
          <a:xfrm>
            <a:off x="3873159" y="4218388"/>
            <a:ext cx="1828800" cy="721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Round duration</a:t>
            </a:r>
          </a:p>
          <a:p>
            <a:r>
              <a:rPr lang="en-US" dirty="0"/>
              <a:t>MM:SS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BADF84-615F-3B2A-B29A-F1305C711A70}"/>
              </a:ext>
            </a:extLst>
          </p:cNvPr>
          <p:cNvSpPr/>
          <p:nvPr/>
        </p:nvSpPr>
        <p:spPr>
          <a:xfrm>
            <a:off x="9811268" y="1819277"/>
            <a:ext cx="1491732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Number of Sparrings: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349916B-CDEC-169E-C8A9-C3533CC89BC6}"/>
              </a:ext>
            </a:extLst>
          </p:cNvPr>
          <p:cNvSpPr/>
          <p:nvPr/>
        </p:nvSpPr>
        <p:spPr>
          <a:xfrm>
            <a:off x="9811268" y="4155087"/>
            <a:ext cx="1491732" cy="5798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Skip Sparring :</a:t>
            </a:r>
          </a:p>
        </p:txBody>
      </p:sp>
      <p:sp>
        <p:nvSpPr>
          <p:cNvPr id="63" name="Text Placeholder 4">
            <a:extLst>
              <a:ext uri="{FF2B5EF4-FFF2-40B4-BE49-F238E27FC236}">
                <a16:creationId xmlns:a16="http://schemas.microsoft.com/office/drawing/2014/main" id="{3CD6116B-DECC-78A3-B6B7-26C6A0F933FF}"/>
              </a:ext>
            </a:extLst>
          </p:cNvPr>
          <p:cNvSpPr txBox="1">
            <a:spLocks/>
          </p:cNvSpPr>
          <p:nvPr/>
        </p:nvSpPr>
        <p:spPr>
          <a:xfrm>
            <a:off x="7579669" y="5529166"/>
            <a:ext cx="1654751" cy="3150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Instructor Page</a:t>
            </a:r>
          </a:p>
        </p:txBody>
      </p:sp>
      <p:pic>
        <p:nvPicPr>
          <p:cNvPr id="65" name="Graphic 64" descr="Back with solid fill">
            <a:extLst>
              <a:ext uri="{FF2B5EF4-FFF2-40B4-BE49-F238E27FC236}">
                <a16:creationId xmlns:a16="http://schemas.microsoft.com/office/drawing/2014/main" id="{667D57C6-284C-CBF7-5078-B13C29E81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1194" y="57634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413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540</Words>
  <Application>Microsoft Office PowerPoint</Application>
  <PresentationFormat>Widescreen</PresentationFormat>
  <Paragraphs>201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Worksheet</vt:lpstr>
      <vt:lpstr>Page image per each flow chart</vt:lpstr>
      <vt:lpstr>Welcome to Kick boxing Expert Class</vt:lpstr>
      <vt:lpstr>Instructor Page</vt:lpstr>
      <vt:lpstr>Sparring Status</vt:lpstr>
      <vt:lpstr>Sparring Status</vt:lpstr>
      <vt:lpstr>Sparring Status</vt:lpstr>
      <vt:lpstr>Check up Today Sparing Member</vt:lpstr>
      <vt:lpstr>Set up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泰訓 金</dc:creator>
  <cp:lastModifiedBy>泰訓 金</cp:lastModifiedBy>
  <cp:revision>4</cp:revision>
  <dcterms:created xsi:type="dcterms:W3CDTF">2026-09-12T12:21:31Z</dcterms:created>
  <dcterms:modified xsi:type="dcterms:W3CDTF">2026-09-19T01:17:39Z</dcterms:modified>
</cp:coreProperties>
</file>